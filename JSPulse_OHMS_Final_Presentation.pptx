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webp"/><Relationship Id="rId4" Type="http://schemas.openxmlformats.org/officeDocument/2006/relationships/image" Target="../media/image-24-4.pn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828800" cy="1216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x 400</a:t>
            </a:r>
            <a:endParaRPr lang="en-US" sz="1400" dirty="0"/>
          </a:p>
        </p:txBody>
      </p:sp>
      <p:pic>
        <p:nvPicPr>
          <p:cNvPr id="4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548640"/>
            <a:ext cx="24688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INTERNSHIP REPORT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submitted in partial fulfillment of the requirements for the Award of Degree of Bachelor of Technology in Computer Science and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ASHWINI KUMAR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CSE/58/24  |  4th Semester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RVS College of Engineering and Technology, Jamshedpur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0" y="53035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 &amp; SUPERVISION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5532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Supervision: Mr. Deepak Kumar (HOD, IT Dept., Jindal Steel, Patratu)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1st June 2026 to 30th June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Jindal Steel Plant in Patratu is a facility focused on advanced steel production and downstream processing, integrating cutting-edge technology for industrial efficiency and safety.</a:t>
            </a:r>
            <a:endParaRPr lang="en-US" sz="1650" dirty="0"/>
          </a:p>
        </p:txBody>
      </p:sp>
      <p:pic>
        <p:nvPicPr>
          <p:cNvPr id="4" name="Image 0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Production: Bar &amp; Wire Rod Mills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Rod Mill (BRM):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High-capacity TMT production line for construction reinforcement.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Rod Mill (WRM):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unit for precision wire rod manufacturing.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rolling processes ensuring uniform material strength and quality.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Downstream: Rebar Service Centre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&amp; Bend: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customized, pre-processed rebar to site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Weld Mesh: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High-strength mesh support for civil infrastructure.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Efficiency: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site operations by reducing construction scrap significantly.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IT Department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Infrastructure: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the robust industrial communication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Operations: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SAP, production scheduling, and inventory systems.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secure environment for all OT/IT industrial data.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Department: Occupational Health Centres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medical response teams available 24/7.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Monitoring: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 industrial health screenings for all plant personnel.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Standards: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industrial hygiene and proactive safety protocols.</a:t>
            </a:r>
            <a:endParaRPr lang="en-US" sz="1350" dirty="0"/>
          </a:p>
        </p:txBody>
      </p:sp>
      <p:pic>
        <p:nvPicPr>
          <p:cNvPr id="15" name="Image 0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605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Challenges of Manual OHC Operations (Before JSPulse)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Patient Registration: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 of employee details increases patient waiting times, leading to workflow inefficiency and delays.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Human Errors: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Mistakes in manually transcribing patient information, dosages, and diagnoses affect treatment quality and safety.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Management Issues: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monitoring of medicines can lead to critical stock shortages, overstocking, and unnoticed drug expiries.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Health Surveillance: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mandatory periodic medical examinations (PME) manually is slow, causing employees to miss required check-ups.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136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Report Generation: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Compiling monthly, quarterly, and annual statutory reports manually consumes significant manpower and clinical time.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370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Challenges: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compliance with occupational health regulations is difficult without digital tracking and instant audit logs.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118872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2286000" cy="11887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1737360"/>
            <a:ext cx="18288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JSPulse OHMS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Fully Automated Desktop Application for Industrial Plant Clinic Operations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23360"/>
            <a:ext cx="11247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ID: JSPL-2026-IT-042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14800" y="4297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Jindal Steel &amp; Power Ltd.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Raigarh &amp; Patratu Plants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&amp; OHC Medical Services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2976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42 + React 19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IndexedDB + Recharts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NLP AI ChatBrain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5760720"/>
            <a:ext cx="11247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1.0.26  |  Summer 2026 Internship  |  Windows x64 Native Installer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JSPulse OHMS? - THE DASHBOARD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is an offline-first desktop application for Occupational Health Centers inside industrial steel plants. It replaces paper ledger books with an automated, interconnected digital system.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Digital OPD form with auto-ID - 15 sec per entry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Automated prescription sync every 10 seconds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Real-time stock deduction with fuzzy matching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Monthly reports auto-generated from live data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One-click PDF/Excel compliance exports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- 100% offline - runs inside Electron shell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Built-in drug interaction safety matrix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58968" y="978408"/>
            <a:ext cx="6181344" cy="3493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126480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451713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Dashboard - Live KPIs, Charts &amp; Alerts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120640"/>
            <a:ext cx="502920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Paper ledgers, 2 min/entry,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monthly reports (4-6 hours)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5669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stock counts, no safety checks,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apps crash on plant intranet outage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5120640"/>
            <a:ext cx="5577840" cy="1188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15 sec/entry, auto-sync pipeline,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MIS reports, zero data loss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722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offline, real-time stock deduction,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interaction safety, audit-ready exports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DOES IT WORK? - COMPLETE DATA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patient visit triggers an automated chain reaction. Background sync threads poll every 10-15 seconds: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828800" cy="6400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</a:t>
            </a:r>
            <a:endParaRPr lang="en-US" sz="1000" dirty="0"/>
          </a:p>
        </p:txBody>
      </p:sp>
      <p:pic>
        <p:nvPicPr>
          <p:cNvPr id="7" name="Image 0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0"/>
            <a:ext cx="1828800" cy="1024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Registration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0" y="260604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34640" y="155448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Daily Tally</a:t>
            </a:r>
            <a:endParaRPr lang="en-US" sz="1000" dirty="0"/>
          </a:p>
        </p:txBody>
      </p:sp>
      <p:pic>
        <p:nvPicPr>
          <p:cNvPr id="13" name="Image 1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182880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Log Sheet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394960" y="1554480"/>
            <a:ext cx="1828800" cy="640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Queue</a:t>
            </a:r>
            <a:endParaRPr lang="en-US" sz="1000" dirty="0"/>
          </a:p>
        </p:txBody>
      </p:sp>
      <p:pic>
        <p:nvPicPr>
          <p:cNvPr id="19" name="Image 2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86000"/>
            <a:ext cx="1828800" cy="10241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 Queue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406640" y="260604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1554480"/>
            <a:ext cx="1828800" cy="640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63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Consume</a:t>
            </a:r>
            <a:endParaRPr lang="en-US" sz="1000" dirty="0"/>
          </a:p>
        </p:txBody>
      </p:sp>
      <p:pic>
        <p:nvPicPr>
          <p:cNvPr id="24" name="Image 3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1828800" cy="10241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 Grid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9875520" y="2606040"/>
            <a:ext cx="320040" cy="3200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27" name="Shape 21"/>
          <p:cNvSpPr/>
          <p:nvPr/>
        </p:nvSpPr>
        <p:spPr>
          <a:xfrm>
            <a:off x="10149840" y="1554480"/>
            <a:ext cx="1828800" cy="6400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149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</a:t>
            </a:r>
            <a:endParaRPr lang="en-US" sz="1000" dirty="0"/>
          </a:p>
        </p:txBody>
      </p:sp>
      <p:pic>
        <p:nvPicPr>
          <p:cNvPr id="29" name="Image 4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286000"/>
            <a:ext cx="1828800" cy="10241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1498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Deduction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46888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0" y="3749040"/>
            <a:ext cx="320040" cy="320040"/>
          </a:xfrm>
          <a:prstGeom prst="downArrow">
            <a:avLst/>
          </a:prstGeom>
          <a:solidFill>
            <a:srgbClr val="3B82F6"/>
          </a:solidFill>
          <a:ln/>
        </p:spPr>
      </p:sp>
      <p:sp>
        <p:nvSpPr>
          <p:cNvPr id="33" name="Shape 26"/>
          <p:cNvSpPr/>
          <p:nvPr/>
        </p:nvSpPr>
        <p:spPr>
          <a:xfrm>
            <a:off x="10972800" y="3749040"/>
            <a:ext cx="320040" cy="320040"/>
          </a:xfrm>
          <a:prstGeom prst="downArrow">
            <a:avLst/>
          </a:prstGeom>
          <a:solidFill>
            <a:srgbClr val="EF4444"/>
          </a:solidFill>
          <a:ln/>
        </p:spPr>
      </p:sp>
      <p:sp>
        <p:nvSpPr>
          <p:cNvPr id="34" name="Shape 27"/>
          <p:cNvSpPr/>
          <p:nvPr/>
        </p:nvSpPr>
        <p:spPr>
          <a:xfrm>
            <a:off x="274320" y="4206240"/>
            <a:ext cx="182880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7432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</a:t>
            </a:r>
            <a:endParaRPr lang="en-US" sz="1000" dirty="0"/>
          </a:p>
        </p:txBody>
      </p:sp>
      <p:pic>
        <p:nvPicPr>
          <p:cNvPr id="36" name="Image 5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937760"/>
            <a:ext cx="1828800" cy="102412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7432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Yearly Ledger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5029200" y="4206240"/>
            <a:ext cx="1828800" cy="6400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029200" y="4206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000" dirty="0"/>
          </a:p>
        </p:txBody>
      </p:sp>
      <p:pic>
        <p:nvPicPr>
          <p:cNvPr id="40" name="Image 6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937760"/>
            <a:ext cx="1828800" cy="10241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29200" y="5989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Tracking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9601200" y="4206240"/>
            <a:ext cx="228600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3" name="Text 34"/>
          <p:cNvSpPr/>
          <p:nvPr/>
        </p:nvSpPr>
        <p:spPr>
          <a:xfrm>
            <a:off x="96012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MIS Report</a:t>
            </a:r>
            <a:endParaRPr lang="en-US" sz="1000" dirty="0"/>
          </a:p>
        </p:txBody>
      </p:sp>
      <p:pic>
        <p:nvPicPr>
          <p:cNvPr id="44" name="Image 7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4937760"/>
            <a:ext cx="2286000" cy="102412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01200" y="5989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Compliance</a:t>
            </a:r>
            <a:endParaRPr lang="en-US" sz="750" dirty="0"/>
          </a:p>
        </p:txBody>
      </p:sp>
      <p:sp>
        <p:nvSpPr>
          <p:cNvPr id="46" name="Shape 36"/>
          <p:cNvSpPr/>
          <p:nvPr/>
        </p:nvSpPr>
        <p:spPr>
          <a:xfrm>
            <a:off x="22860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7" name="Shape 37"/>
          <p:cNvSpPr/>
          <p:nvPr/>
        </p:nvSpPr>
        <p:spPr>
          <a:xfrm>
            <a:off x="365760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8" name="Shape 38"/>
          <p:cNvSpPr/>
          <p:nvPr/>
        </p:nvSpPr>
        <p:spPr>
          <a:xfrm>
            <a:off x="70408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9" name="Shape 39"/>
          <p:cNvSpPr/>
          <p:nvPr/>
        </p:nvSpPr>
        <p:spPr>
          <a:xfrm>
            <a:off x="8412480" y="5212080"/>
            <a:ext cx="32004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CARD - PATIENT REGISTRATION FORM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6912864" cy="3913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op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858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29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Form - Patient vitals, diagnosis, medicines, and doctor assignment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14630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Auto-generates unique OPD-XXX IDs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Captures 23 data fields per visit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Vitals: Temp, SPO2, PR, BP, Weight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Medicines with dosage parsing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Auto-save with 1.5s debounce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Printable card with Jindal logo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Multi-card tabbed interface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Regex quantity extraction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Background sync to OPD Tally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Sets extracted=false flag for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pharmacy auto-extraction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5303520"/>
            <a:ext cx="3200400" cy="7315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5303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Card saves 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extracted = false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5303520"/>
            <a:ext cx="34747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062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 extracts (10s)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Dispense Queue populated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0" y="5486400"/>
            <a:ext cx="320040" cy="3200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5303520"/>
            <a:ext cx="3474720" cy="7315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Pharmacist sees pending items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Status: Pending/Pushed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OPD DAILY TALLY &amp; DISPENSE QUEUE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op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Tally - 30+ column patient register (ExcelGrid)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dis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Medicine Queue - Auto-extracted prescriptions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OPD Tally records every patient visit with 30+ columns (demographics, vitals, diagnosis, treatment). The Dispense Queue auto-extracts pending prescriptions every 10 seconds using the "extracted" boolean flag. Each prescription is extracted exactly once - re-editing an OPD card resets the flag for re-sync.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Fields Transferred: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5577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Name, Gender, Age, Emp ID, Company, Department, Diagnosis, Medicines, Qty, Dosage, Dr. Name, Charges, Date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CONSUMPTION GRID &amp; DAILY STOCK DEDUCTION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edcon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Consumption Grid - 31-day x 7-section x 4-shift matrix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Consume - Auto stock deduction &amp; balance update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2286000"/>
            <a:ext cx="548640" cy="548640"/>
          </a:xfrm>
          <a:prstGeom prst="rightArrow">
            <a:avLst/>
          </a:prstGeom>
          <a:solidFill>
            <a:srgbClr val="EF4444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sec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Classification: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OHC Counter: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7373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prescriptions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Dressing/Casualty: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7373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"dress", "wound", "burn"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57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 Saving: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"emergency", "critical"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73736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"first aid", "minor"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48056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Physiotherapy: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852160" y="4937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"physio", "therapy"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4805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85216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"checkup", "periodic"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Expiry/Waste: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852160" y="5577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"expired", "waste"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Detection: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06:00-14:00  |  B: 14:00-22:00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 22:00-06:00  |  General: Default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BALANCE LEDGER &amp; STOCK REGISTER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monthly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Balance - 12-month incoming/outgoing/balance per medicine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 Register - Inventory, batch, expiry tracking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Monthly Balance Ledger tracks every medicine across 12 months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Initial Balance + Monthly Incoming + Monthly Outgoing = Running Balance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Auto-calculated from Daily Consume deductions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Yearly grand totals computed automatically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Register provides real-time inventory with: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Medicine Name, Batch No, Manufacturer, Category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Quantity, Unit, Purchase Price, MRP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Expiry Date + Auto-Status (Active/Near-Expiry/Expired)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Color-coded expiry alerts (Green/Yellow/Red)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MONTHLY MIS REPORT &amp; ANALYTICS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" y="1069848"/>
            <a:ext cx="7370064" cy="4169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1" descr="C:\Users\ashwi\Videos\movies\JSPulse Occupational Health Management System - ASHWINI KUMAR\screenshots\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285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Report - Auto-aggregated statistics, charts, and compliance data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Auto-Aggregates from 8+ Sources: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46720" y="155448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OPD Sheets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0" y="1965960"/>
            <a:ext cx="3474720" cy="347472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38160" y="1965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Stock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46720" y="2377440"/>
            <a:ext cx="3474720" cy="347472"/>
          </a:xfrm>
          <a:prstGeom prst="round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3816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Consume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2788920"/>
            <a:ext cx="3474720" cy="347472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3816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Incoming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320040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3200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46720" y="3611880"/>
            <a:ext cx="3474720" cy="347472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 Dispatch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46720" y="4023360"/>
            <a:ext cx="3474720" cy="34747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Waste Logs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046720" y="4434840"/>
            <a:ext cx="3474720" cy="347472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4434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Certificates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467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046720" y="5212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Bar Charts (Dept visits, 7-day trends)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Trend Analysis (Month-over-month 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CSV / PDF Export (One-click 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 Observations (AI-generated text)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SCREEN: CLINICAL RECORDS &amp; SYSTEM HEALTH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:\Users\ashwi\Videos\movies\JSPulse Occupational Health Management System - ASHWINI KUMAR\screenshots\cli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- 9 tabbed sub-modules for compliance registers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0488" y="1069848"/>
            <a:ext cx="5541264" cy="31455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C:\Users\ashwi\Videos\movies\JSPulse Occupational Health Management System - ASHWINI KUMAR\screenshots\system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090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Tool - Storage diagnostics &amp; data flow visualization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Records hosts 9 compliance registers: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892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Injury Reports | Vital Signs | Employee Health | Annual Checkup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Occ. Disease | Emergency Ambulance | First Aid Box | Patient Visits | Health Certificates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 provides: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17920" y="4892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Storage quota monitoring (70%/90% alerts)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Data flow visualization diagrams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IDB to localStorage migration tools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Cleanup &amp; optimization utilities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SYSTEM ARCHITECTURE: ELECTRON + REACT + INDEXEDDB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3291840" cy="4389120"/>
          </a:xfrm>
          <a:prstGeom prst="roundRect">
            <a:avLst/>
          </a:prstGeom>
          <a:solidFill>
            <a:srgbClr val="E2E8F0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MAIN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(Node.js Runtime)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BrowserWindow manager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Native file dialogs (Save/Open)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Headless PDF print engine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Desktop shell (taskbar, tray)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NSIS installer packaging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Auto-updater hooks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fs.writeFileSync for exports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System path resolution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9476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97680" y="2194560"/>
            <a:ext cx="1645920" cy="27432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22860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PRELOAD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contextIsolation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window.electron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 channels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guard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200400"/>
            <a:ext cx="320040" cy="32004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188720"/>
            <a:ext cx="4937760" cy="438912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RENDERER (React 19 + Vite)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ExcelGrid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spreadsheet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86800" y="17830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OPD -&gt; Dispense 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pipeline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7512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sheetDB.js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IndexedDB pool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0" y="260604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0" y="2606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 Analytics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visualizations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7512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ChatBrain NLP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AI assistant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86800" y="342900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InteractionChecker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 safety matrix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67512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+ PDF output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686800" y="425196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0" y="4251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Ctrl+K indexer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TECHNOLOGY STACK &amp; LANGUAGES USED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548640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97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Shell:  Electron 42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417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Wraps React into a native Windows .exe with full OS access, sandbox isolation, and IPC.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1051560"/>
            <a:ext cx="548640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097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Library:  React 19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Component-based rendering with hooks for reactive UI updates across 35 components.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86000"/>
            <a:ext cx="548640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Tool:  Vite 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651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Lightning-fast HMR dev server and optimized Rolldown production bundler.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286000"/>
            <a:ext cx="548640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 IndexedDB (Custom)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2651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sheetDB.js - custom pool with retry, stale-connection recovery, localStorage fallback.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520440"/>
            <a:ext cx="5486400" cy="1097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Charts:  Recharts (SVG)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bar, pie, area charts for Dashboard KPIs and MIS trend analytics.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0" y="3520440"/>
            <a:ext cx="5486400" cy="10972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566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Engine:  SheetJS + jsPDF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.xlsx spreadsheets and PDF documents with auto-table formatting.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754880"/>
            <a:ext cx="5486400" cy="1097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800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NLP:  Custom ChatBrain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intent classifier with regex tokenizer, keyword routing, fuzzy search.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4754880"/>
            <a:ext cx="548640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00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Installer:  electron-builder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Packages into signed Windows x64 installer (.exe) with NSIS and branding.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HEALTH &amp; SAFETY COMPLIANCE REGISTERS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7160"/>
            <a:ext cx="18288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digitizes every mandatory clinical register required under the Factories Act, 1948: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[OPD]  Daily OPD Tally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vitals, diagnosis, treatment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6052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[RX]  Pharmacy Dispensing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Auto-synced prescription queue.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955280" y="1554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[STK]  Medicine Stock Register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batch, expiry alerts.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[QTY]  Daily Consumption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31-day x 7-section x 4-shift grids.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6052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[BAL]  Monthly Balance Ledger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5196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running balance tracking.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2651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[PME]  Annual Health Checkups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 records: vision, lung, audio.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[INJ]  Injury Report Logs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with department &amp; nature.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6052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5196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[AMB]  Ambulance Dispatch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25196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callout timestamps.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955280" y="37490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[OCC]  Occupational Disease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tracking &amp; health records.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6576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[BOX]  First Aid Box Tracker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kit audits.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6052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[CRT]  Health Certificates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25196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expiry &amp; renewal.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955280" y="48463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[WST]  Biomedical Waste Log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BMW segregation (Y/R/B bags).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AUTOMATION ENGINE: BACKGROUND SYNC INTERVALS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runs 6 independent background timer threads creating a chain-reaction automation pipeline: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3840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 Performed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 -&gt; Target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Counter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today's patient count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Dispense Medicine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 new prescriptions from OPD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cms_daily_opd_sheet -&gt; cms_dispense_log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(Extract)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Pull pending items from Dispense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cms_dispense_log -&gt; cms_monthly_consume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(Deduct)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Deduct from Stock + update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cms_monthly_consume -&gt; Stock + Balance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Consume (Pending)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for pending deduction items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state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Reload all KPI metrics and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stores -&gt; Dashboard display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(Per 30-Second Window):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5303520"/>
            <a:ext cx="1124712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0"/>
          <p:cNvSpPr/>
          <p:nvPr/>
        </p:nvSpPr>
        <p:spPr>
          <a:xfrm>
            <a:off x="406908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5528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82980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6"/>
          <p:cNvSpPr/>
          <p:nvPr/>
        </p:nvSpPr>
        <p:spPr>
          <a:xfrm>
            <a:off x="969264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704320" y="5212080"/>
            <a:ext cx="1828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5440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0233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37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1"/>
          <p:cNvSpPr/>
          <p:nvPr/>
        </p:nvSpPr>
        <p:spPr>
          <a:xfrm>
            <a:off x="7900416" y="52486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25896" y="524865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3696" y="52486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57607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Extract sync (10s)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0" y="57607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3429000" y="5760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Stock deduct (15s)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57607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5760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Dashboard refresh (30s)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OUTCOMES: MEASURABLE IMPROVEMENTS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137160"/>
            <a:ext cx="594360" cy="594360"/>
          </a:xfrm>
          <a:prstGeom prst="rect">
            <a:avLst/>
          </a:prstGeom>
        </p:spPr>
      </p:pic>
      <p:pic>
        <p:nvPicPr>
          <p:cNvPr id="5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097280" cy="54864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9260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Area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 (Paper)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 (JSPulse OHMS)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Impact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OPD Patient Logging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min per entry (handwritten)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sec (digital form + auto-ID)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87% faster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 to Pharmacy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 sec manual copy +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Auto-sync every 10 seconds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 Inventory Check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Physical inspection daily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counts + expiry alerts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errors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MIS Report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4-6 hours manual compilation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One-click auto-aggregation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98% time saved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 Audit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Hours of ledger searching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Instant PDF/Excel export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Audit-ready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Storage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ledgers (fire/water risk)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IndexedDB + disk backup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data loss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 Dependency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apps crash on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offline operation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downtime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JSPulse OHMS eliminates 100% of paper transcription errors and ensures complete regulatory compliance under the Factories Act, 1948.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JSPulse OHMS SOLVES OHC CHALLENGES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38328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INSTANT REGISTRATION &amp; SYNC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OPD Card Form: Auto-generates unique OPD IDs and scales to vitals entry in under 15 seconds.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Sync: Background threads automatically extract prescriptions from doctor logs every 10 seconds, pushing them to the pharmacy queue and eliminating transcription errors.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REAL-TIME STOCK &amp;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Auto-Deduction: Pharmacy dispensing triggers live medicine stock deduction with fuzzy matching.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Consumption Grids: 31-day x 7-section x 4-shift grid auto-sums daily consumption, instantly updating monthly balance sheets and preventing critical drug stockouts.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4114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COMPLIANCE &amp; OFFLINE RESILIENCE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One-Click Audits: Generate comprehensive MIS reports and PDF/Excel logs instantly to ensure Factories Act, 1948 audit compliance.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Offline Desktop Shell: Runs locally in Electron, guaranteeing zero downtime and 100% data access during steel plant network or cloud server outages.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79504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hwi\Videos\movies\JSPulse Occupational Health Management System - ASHWINI KUMAR\src\asset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74320"/>
            <a:ext cx="1097280" cy="1097280"/>
          </a:xfrm>
          <a:prstGeom prst="rect">
            <a:avLst/>
          </a:prstGeom>
        </p:spPr>
      </p:pic>
      <p:pic>
        <p:nvPicPr>
          <p:cNvPr id="3" name="Image 1" descr="C:\Users\ashwi\Videos\movies\JSPulse Occupational Health Management System - ASHWINI KUMAR\build\jinda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18288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SCOPE &amp; RECOMMENDATIONS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2011680"/>
            <a:ext cx="112471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28600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USB Barcode Scanners - Interface pharmacy barcodes with dispense queues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OCR Prescription Scanner - Camera module to extract text from printed slips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Encrypted Cloud Sync - Background upload when network is available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Mobile Companion App - React Native app for doctors during ward rounds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937760"/>
            <a:ext cx="112471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Ashwini Kumar  |  Jindal Steel &amp; Power Ltd.  |  Summer 2026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Image Sources</a:t>
            </a:r>
            <a:endParaRPr lang="en-US" sz="2800" dirty="0"/>
          </a:p>
        </p:txBody>
      </p:sp>
      <p:pic>
        <p:nvPicPr>
          <p:cNvPr id="3" name="Image 0" descr="C:\Users\ashwi\Videos\movies\JSPulse Occupational Health Management System - ASHWINI KUMAR\downloaded_assets\rvs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10972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280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https://www.rvscollege.ac.in/wp-content/uploads/2025/04/RVSCET-Website-295x80-Logo.png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828800" y="1600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www.rvscollege.ac.in</a:t>
            </a:r>
            <a:endParaRPr lang="en-US" sz="950" dirty="0"/>
          </a:p>
        </p:txBody>
      </p:sp>
      <p:pic>
        <p:nvPicPr>
          <p:cNvPr id="6" name="Image 1" descr="C:\Users\ashwi\Videos\movies\JSPulse Occupational Health Management System - ASHWINI KUMAR\downloaded_assets\plant_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148840"/>
            <a:ext cx="10972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https://blogger.googleusercontent.com/img/b/R29vZ2xl/...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828800" y="2468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www.patratu.com</a:t>
            </a:r>
            <a:endParaRPr lang="en-US" sz="950" dirty="0"/>
          </a:p>
        </p:txBody>
      </p:sp>
      <p:pic>
        <p:nvPicPr>
          <p:cNvPr id="9" name="Image 2" descr="C:\Users\ashwi\Videos\movies\JSPulse Occupational Health Management System - ASHWINI KUMAR\downloaded_assets\brm_mill.web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017520"/>
            <a:ext cx="10972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0" y="3017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https://jindaltmt550.com/images/mp/manufacturing-process-stage-5-mob.webp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828800" y="3337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jindaltmt550.com</a:t>
            </a:r>
            <a:endParaRPr lang="en-US" sz="950" dirty="0"/>
          </a:p>
        </p:txBody>
      </p:sp>
      <p:pic>
        <p:nvPicPr>
          <p:cNvPr id="12" name="Image 3" descr="C:\Users\ashwi\Videos\movies\JSPulse Occupational Health Management System - ASHWINI KUMAR\downloaded_assets\rebar_machi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86200"/>
            <a:ext cx="10972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38862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https://ik.imagekit.io/sctpl/Untitled%20design%20-%202026-02-07T121813.187.png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828800" y="42062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www.sonavibrators.com</a:t>
            </a:r>
            <a:endParaRPr lang="en-US" sz="950" dirty="0"/>
          </a:p>
        </p:txBody>
      </p:sp>
      <p:pic>
        <p:nvPicPr>
          <p:cNvPr id="15" name="Image 4" descr="C:\Users\ashwi\Videos\movies\JSPulse Occupational Health Management System - ASHWINI KUMAR\downloaded_assets\it_departmen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10972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28800" y="4754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https://framerusercontent.com/images/TfHUCkLw85zPq7NPdT2KvJC5CU.jpg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828800" y="50749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shieldworkz.com</a:t>
            </a:r>
            <a:endParaRPr lang="en-US" sz="950" dirty="0"/>
          </a:p>
        </p:txBody>
      </p:sp>
      <p:pic>
        <p:nvPicPr>
          <p:cNvPr id="18" name="Image 5" descr="C:\Users\ashwi\Videos\movies\JSPulse Occupational Health Management System - ASHWINI KUMAR\downloaded_assets\ohc_collag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5623560"/>
            <a:ext cx="1097280" cy="6400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828800" y="5623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https://www.jindalstainless.com/wp-content/uploads/2026/04/Inaguration-collage.jpg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828800" y="59436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www.jindalstainless.com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2026-07-08T16:58:33Z</dcterms:created>
  <dcterms:modified xsi:type="dcterms:W3CDTF">2026-07-08T16:58:33Z</dcterms:modified>
</cp:coreProperties>
</file>