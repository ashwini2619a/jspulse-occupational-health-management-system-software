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webp"/><Relationship Id="rId4" Type="http://schemas.openxmlformats.org/officeDocument/2006/relationships/image" Target="../media/image-24-4.png"/><Relationship Id="rId5" Type="http://schemas.openxmlformats.org/officeDocument/2006/relationships/image" Target="../media/image-24-5.jpg"/><Relationship Id="rId6" Type="http://schemas.openxmlformats.org/officeDocument/2006/relationships/image" Target="../media/image-24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828800" cy="12161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 x 400</a:t>
            </a:r>
            <a:endParaRPr lang="en-US" sz="1400" dirty="0"/>
          </a:p>
        </p:txBody>
      </p:sp>
      <p:pic>
        <p:nvPicPr>
          <p:cNvPr id="4" name="Image 0" descr="C:\Users\ashwi\Videos\movies\JSPulse Occupational Health Management System - ASHWINI KUMAR\downloaded_assets\rvs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0" y="548640"/>
            <a:ext cx="24688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945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INTERNSHIP REPORT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report submitted in partial fulfillment of the requirements for the Award of Degree of Bachelor of Technology in Computer Science and Engineering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749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By: ASHWINI KUMAR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48640" y="40690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 no: CSE/58/24  |  4th Semester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8640" y="530352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TO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5532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RVS College of Engineering and Technology, Jamshedpur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217920" y="530352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 &amp; SUPERVISION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17920" y="55321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Supervision: Mr. Deepak Kumar (HOD, IT Dept., Jindal Steel, Patratu)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Duration: 1st June 2026 to 30th June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Plant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Jindal Steel Plant in Patratu is a facility focused on advanced steel production and downstream processing, integrating cutting-edge technology for industrial efficiency and safety.</a:t>
            </a:r>
            <a:endParaRPr lang="en-US" sz="1650" dirty="0"/>
          </a:p>
        </p:txBody>
      </p:sp>
      <p:pic>
        <p:nvPicPr>
          <p:cNvPr id="4" name="Image 0" descr="C:\Users\ashwi\Videos\movies\JSPulse Occupational Health Management System - ASHWINI KUMAR\downloaded_assets\plant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Production: Bar &amp; Wire Rod Mills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Rod Mill (BRM):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High-capacity TMT production line for construction reinforcement.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 Rod Mill (WRM):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 unit for precision wire rod manufacturing.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Control: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rolling processes ensuring uniform material strength and quality.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brm_mill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Downstream: Rebar Service Centre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 &amp; Bend: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customized, pre-processed rebar to site specifications.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Weld Mesh: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High-strength mesh support for civil infrastructure.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Efficiency: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site operations by reducing construction scrap significantly.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rebar_mach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Department: IT Department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Infrastructure: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Managing the robust industrial communication network.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Operations: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SAP, production scheduling, and inventory systems.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a secure environment for all OT/IT industrial data.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it_departm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Department: Occupational Health Centres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Care: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On-site medical response teams available 24/7.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Wellness Monitoring: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Periodic industrial health screenings for all plant personnel.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Standards: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Promoting industrial hygiene and proactive safety protocols.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ohc_coll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Challenges of Manual OHC Operations (Before JSPulse)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Patient Registration: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entry of employee details increases patient waiting times, leading to workflow inefficiency and delays.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36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 Human Errors: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83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Mistakes in manually transcribing patient information, dosages, and diagnoses affect treatment quality and safety.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3708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3434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Management Issues: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6177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monitoring of medicines can lead to critical stock shortages, overstocking, and unnoticed drug expiries.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0" y="1874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Health Surveillance: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37960" y="2148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mandatory periodic medical examinations (PME) manually is slow, causing employees to miss required check-ups.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15468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136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Difficulty in Report Generation: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37960" y="3383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Compiling monthly, quarterly, and annual statutory reports manually consumes significant manpower and clinical time.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17920" y="438912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43708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Challenges: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37960" y="4617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Maintaining compliance with occupational health regulations is difficult without digital tracking and instant audit logs.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188720" cy="1188720"/>
          </a:xfrm>
          <a:prstGeom prst="rect">
            <a:avLst/>
          </a:prstGeom>
        </p:spPr>
      </p:pic>
      <p:pic>
        <p:nvPicPr>
          <p:cNvPr id="3" name="Image 1" descr="C:\Users\ashwi\Videos\movies\JSPulse Occupational Health Management System - ASHWINI KUMAR\build\jinda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74320"/>
            <a:ext cx="2286000" cy="11887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1737360"/>
            <a:ext cx="182880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1920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JSPulse OHMS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457200" y="2651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Occupational Health Management System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Offline-First, Fully Automated Desktop Application for Industrial Plant Clinic Operations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57200" y="4023360"/>
            <a:ext cx="1124712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4297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By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Ashwini Kumar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 ID: JSPL-2026-IT-042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B.Tech CSE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114800" y="4297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Organization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Jindal Steel &amp; Power Ltd.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Raigarh &amp; Patratu Plants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&amp; OHC Medical Services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772400" y="42976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 42 + React 19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 + IndexedDB + Recharts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NLP AI ChatBrain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5760720"/>
            <a:ext cx="112471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1.0.26  |  Summer 2026 Internship  |  Windows x64 Native Installer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IS JSPulse OHMS? - THE DASHBOARD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51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OHMS is an offline-first desktop application for Occupational Health Centers inside industrial steel plants. It replaces paper ledger books with an automated, interconnected digital system.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Digital OPD form with auto-ID - 15 sec per entry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Automated prescription sync every 10 seconds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Real-time stock deduction with fuzzy matching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Monthly reports auto-generated from live data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One-click PDF/Excel compliance exports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- 100% offline - runs inside Electron shell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Built-in drug interaction safety matrix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58968" y="978408"/>
            <a:ext cx="6181344" cy="34930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6126480" cy="34381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4517136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OHMS Dashboard - Live KPIs, Charts &amp; Alerts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48640" y="5120640"/>
            <a:ext cx="5029200" cy="11887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5212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BEFORE: Paper ledgers, 2 min/entry,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monthly reports (4-6 hours)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85800" y="5669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stock counts, no safety checks,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apps crash on plant intranet outage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35040" y="5120640"/>
            <a:ext cx="5577840" cy="11887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72200" y="5212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AFTER: 15 sec/entry, auto-sync pipeline,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one-click MIS reports, zero data loss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172200" y="5669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offline, real-time stock deduction,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drug interaction safety, audit-ready exports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DOES IT WORK? - COMPLETE DATA PIPELINE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patient visit triggers an automated chain reaction. Background sync threads poll every 10-15 seconds: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828800" cy="640080"/>
          </a:xfrm>
          <a:prstGeom prst="round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Card Form</a:t>
            </a:r>
            <a:endParaRPr lang="en-US" sz="1000" dirty="0"/>
          </a:p>
        </p:txBody>
      </p:sp>
      <p:pic>
        <p:nvPicPr>
          <p:cNvPr id="7" name="Image 0" descr="C:\Users\ashwi\Videos\movies\JSPulse Occupational Health Management System - ASHWINI KUMAR\screenshots\opd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0"/>
            <a:ext cx="1828800" cy="10241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Registration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286000" y="260604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224028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sec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834640" y="1554480"/>
            <a:ext cx="1828800" cy="6400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3464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Daily Tally</a:t>
            </a:r>
            <a:endParaRPr lang="en-US" sz="1000" dirty="0"/>
          </a:p>
        </p:txBody>
      </p:sp>
      <p:pic>
        <p:nvPicPr>
          <p:cNvPr id="13" name="Image 1" descr="C:\Users\ashwi\Videos\movies\JSPulse Occupational Health Management System - ASHWINI KUMAR\screenshots\op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286000"/>
            <a:ext cx="1828800" cy="10241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3464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Log Sheet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4846320" y="260604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6" name="Text 12"/>
          <p:cNvSpPr/>
          <p:nvPr/>
        </p:nvSpPr>
        <p:spPr>
          <a:xfrm>
            <a:off x="480060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sec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5394960" y="1554480"/>
            <a:ext cx="1828800" cy="6400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9496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Dispense Queue</a:t>
            </a:r>
            <a:endParaRPr lang="en-US" sz="1000" dirty="0"/>
          </a:p>
        </p:txBody>
      </p:sp>
      <p:pic>
        <p:nvPicPr>
          <p:cNvPr id="19" name="Image 2" descr="C:\Users\ashwi\Videos\movies\JSPulse Occupational Health Management System - ASHWINI KUMAR\screenshots\dispen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286000"/>
            <a:ext cx="1828800" cy="10241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9496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Pharmacy Queue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7406640" y="260604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22" name="Shape 17"/>
          <p:cNvSpPr/>
          <p:nvPr/>
        </p:nvSpPr>
        <p:spPr>
          <a:xfrm>
            <a:off x="7863840" y="1554480"/>
            <a:ext cx="1828800" cy="6400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86384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Consume</a:t>
            </a:r>
            <a:endParaRPr lang="en-US" sz="1000" dirty="0"/>
          </a:p>
        </p:txBody>
      </p:sp>
      <p:pic>
        <p:nvPicPr>
          <p:cNvPr id="24" name="Image 3" descr="C:\Users\ashwi\Videos\movies\JSPulse Occupational Health Management System - ASHWINI KUMAR\screenshots\medconsu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286000"/>
            <a:ext cx="1828800" cy="10241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86384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Consumption Grid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9875520" y="2606040"/>
            <a:ext cx="320040" cy="320040"/>
          </a:xfrm>
          <a:prstGeom prst="rightArrow">
            <a:avLst/>
          </a:prstGeom>
          <a:solidFill>
            <a:srgbClr val="EF4444"/>
          </a:solidFill>
          <a:ln/>
        </p:spPr>
      </p:sp>
      <p:sp>
        <p:nvSpPr>
          <p:cNvPr id="27" name="Shape 21"/>
          <p:cNvSpPr/>
          <p:nvPr/>
        </p:nvSpPr>
        <p:spPr>
          <a:xfrm>
            <a:off x="10149840" y="1554480"/>
            <a:ext cx="1828800" cy="64008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1014984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Consume</a:t>
            </a:r>
            <a:endParaRPr lang="en-US" sz="1000" dirty="0"/>
          </a:p>
        </p:txBody>
      </p:sp>
      <p:pic>
        <p:nvPicPr>
          <p:cNvPr id="29" name="Image 4" descr="C:\Users\ashwi\Videos\movies\JSPulse Occupational Health Management System - ASHWINI KUMAR\screenshots\shif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2286000"/>
            <a:ext cx="1828800" cy="102412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14984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 Deduction</a:t>
            </a:r>
            <a:endParaRPr lang="en-US" sz="750" dirty="0"/>
          </a:p>
        </p:txBody>
      </p:sp>
      <p:sp>
        <p:nvSpPr>
          <p:cNvPr id="31" name="Shape 24"/>
          <p:cNvSpPr/>
          <p:nvPr/>
        </p:nvSpPr>
        <p:spPr>
          <a:xfrm>
            <a:off x="2468880" y="3749040"/>
            <a:ext cx="320040" cy="320040"/>
          </a:xfrm>
          <a:prstGeom prst="downArrow">
            <a:avLst/>
          </a:prstGeom>
          <a:solidFill>
            <a:srgbClr val="3B82F6"/>
          </a:solidFill>
          <a:ln/>
        </p:spPr>
      </p:sp>
      <p:sp>
        <p:nvSpPr>
          <p:cNvPr id="32" name="Shape 25"/>
          <p:cNvSpPr/>
          <p:nvPr/>
        </p:nvSpPr>
        <p:spPr>
          <a:xfrm>
            <a:off x="6858000" y="3749040"/>
            <a:ext cx="320040" cy="320040"/>
          </a:xfrm>
          <a:prstGeom prst="downArrow">
            <a:avLst/>
          </a:prstGeom>
          <a:solidFill>
            <a:srgbClr val="3B82F6"/>
          </a:solidFill>
          <a:ln/>
        </p:spPr>
      </p:sp>
      <p:sp>
        <p:nvSpPr>
          <p:cNvPr id="33" name="Shape 26"/>
          <p:cNvSpPr/>
          <p:nvPr/>
        </p:nvSpPr>
        <p:spPr>
          <a:xfrm>
            <a:off x="10972800" y="3749040"/>
            <a:ext cx="320040" cy="320040"/>
          </a:xfrm>
          <a:prstGeom prst="downArrow">
            <a:avLst/>
          </a:prstGeom>
          <a:solidFill>
            <a:srgbClr val="EF4444"/>
          </a:solidFill>
          <a:ln/>
        </p:spPr>
      </p:sp>
      <p:sp>
        <p:nvSpPr>
          <p:cNvPr id="34" name="Shape 27"/>
          <p:cNvSpPr/>
          <p:nvPr/>
        </p:nvSpPr>
        <p:spPr>
          <a:xfrm>
            <a:off x="274320" y="4206240"/>
            <a:ext cx="1828800" cy="6400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274320" y="4206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Balance</a:t>
            </a:r>
            <a:endParaRPr lang="en-US" sz="1000" dirty="0"/>
          </a:p>
        </p:txBody>
      </p:sp>
      <p:pic>
        <p:nvPicPr>
          <p:cNvPr id="36" name="Image 5" descr="C:\Users\ashwi\Videos\movies\JSPulse Occupational Health Management System - ASHWINI KUMAR\screenshots\monthlybalan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937760"/>
            <a:ext cx="1828800" cy="102412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74320" y="5989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Yearly Ledger</a:t>
            </a:r>
            <a:endParaRPr lang="en-US" sz="750" dirty="0"/>
          </a:p>
        </p:txBody>
      </p:sp>
      <p:sp>
        <p:nvSpPr>
          <p:cNvPr id="38" name="Shape 30"/>
          <p:cNvSpPr/>
          <p:nvPr/>
        </p:nvSpPr>
        <p:spPr>
          <a:xfrm>
            <a:off x="5029200" y="4206240"/>
            <a:ext cx="1828800" cy="64008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029200" y="4206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Stock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</a:t>
            </a:r>
            <a:endParaRPr lang="en-US" sz="1000" dirty="0"/>
          </a:p>
        </p:txBody>
      </p:sp>
      <p:pic>
        <p:nvPicPr>
          <p:cNvPr id="40" name="Image 6" descr="C:\Users\ashwi\Videos\movies\JSPulse Occupational Health Management System - ASHWINI KUMAR\screenshots\inventor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4937760"/>
            <a:ext cx="1828800" cy="102412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029200" y="5989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Tracking</a:t>
            </a:r>
            <a:endParaRPr lang="en-US" sz="750" dirty="0"/>
          </a:p>
        </p:txBody>
      </p:sp>
      <p:sp>
        <p:nvSpPr>
          <p:cNvPr id="42" name="Shape 33"/>
          <p:cNvSpPr/>
          <p:nvPr/>
        </p:nvSpPr>
        <p:spPr>
          <a:xfrm>
            <a:off x="9601200" y="4206240"/>
            <a:ext cx="2286000" cy="6400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43" name="Text 34"/>
          <p:cNvSpPr/>
          <p:nvPr/>
        </p:nvSpPr>
        <p:spPr>
          <a:xfrm>
            <a:off x="9601200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MIS Report</a:t>
            </a:r>
            <a:endParaRPr lang="en-US" sz="1000" dirty="0"/>
          </a:p>
        </p:txBody>
      </p:sp>
      <p:pic>
        <p:nvPicPr>
          <p:cNvPr id="44" name="Image 7" descr="C:\Users\ashwi\Videos\movies\JSPulse Occupational Health Management System - ASHWINI KUMAR\screenshots\mi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0" y="4937760"/>
            <a:ext cx="2286000" cy="102412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601200" y="5989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&amp; Compliance</a:t>
            </a:r>
            <a:endParaRPr lang="en-US" sz="750" dirty="0"/>
          </a:p>
        </p:txBody>
      </p:sp>
      <p:sp>
        <p:nvSpPr>
          <p:cNvPr id="46" name="Shape 36"/>
          <p:cNvSpPr/>
          <p:nvPr/>
        </p:nvSpPr>
        <p:spPr>
          <a:xfrm>
            <a:off x="2286000" y="5212080"/>
            <a:ext cx="32004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47" name="Shape 37"/>
          <p:cNvSpPr/>
          <p:nvPr/>
        </p:nvSpPr>
        <p:spPr>
          <a:xfrm>
            <a:off x="3657600" y="5212080"/>
            <a:ext cx="32004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48" name="Shape 38"/>
          <p:cNvSpPr/>
          <p:nvPr/>
        </p:nvSpPr>
        <p:spPr>
          <a:xfrm>
            <a:off x="7040880" y="5212080"/>
            <a:ext cx="32004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49" name="Shape 39"/>
          <p:cNvSpPr/>
          <p:nvPr/>
        </p:nvSpPr>
        <p:spPr>
          <a:xfrm>
            <a:off x="8412480" y="5212080"/>
            <a:ext cx="32004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OPD CARD - PATIENT REGISTRATION FORM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8328" y="1069848"/>
            <a:ext cx="6912864" cy="39136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6" name="Image 1" descr="C:\Users\ashwi\Videos\movies\JSPulse Occupational Health Management System - ASHWINI KUMAR\screenshots\opd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858000" cy="38587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50292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Card Form - Patient vitals, diagnosis, medicines, and doctor assignment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49808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Features: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498080" y="146304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Auto-generates unique OPD-XXX IDs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Captures 23 data fields per visit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Vitals: Temp, SPO2, PR, BP, Weight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Medicines with dosage parsing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Auto-save with 1.5s debounce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Printable card with Jindal logo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Multi-card tabbed interface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Regex quantity extraction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Background sync to OPD Tally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Sets extracted=false flag for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pharmacy auto-extraction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65760" y="5303520"/>
            <a:ext cx="3200400" cy="731520"/>
          </a:xfrm>
          <a:prstGeom prst="roundRect">
            <a:avLst/>
          </a:prstGeom>
          <a:solidFill>
            <a:srgbClr val="1E3A8A"/>
          </a:solidFill>
          <a:ln/>
        </p:spPr>
      </p:sp>
      <p:sp>
        <p:nvSpPr>
          <p:cNvPr id="11" name="Text 7"/>
          <p:cNvSpPr/>
          <p:nvPr/>
        </p:nvSpPr>
        <p:spPr>
          <a:xfrm>
            <a:off x="365760" y="5303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Card saves patient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extracted = false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749040" y="548640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3" name="Shape 9"/>
          <p:cNvSpPr/>
          <p:nvPr/>
        </p:nvSpPr>
        <p:spPr>
          <a:xfrm>
            <a:off x="4206240" y="5303520"/>
            <a:ext cx="3474720" cy="7315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206240" y="5303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 extracts (10s)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Dispense Queue populated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863840" y="548640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0" y="5303520"/>
            <a:ext cx="3474720" cy="7315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0" y="5303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Pharmacist sees pending items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Status: Pending/Pushed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OPD DAILY TALLY &amp; DISPENSE QUEUE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5" name="Image 0" descr="C:\Users\ashwi\Videos\movies\JSPulse Occupational Health Management System - ASHWINI KUMAR\screenshots\op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486400" cy="3090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OPD Tally - 30+ column patient register (ExcelGrid)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9048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dispen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090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Dispense Medicine Queue - Auto-extracted prescriptions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760720" y="2286000"/>
            <a:ext cx="548640" cy="5486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1" name="Text 7"/>
          <p:cNvSpPr/>
          <p:nvPr/>
        </p:nvSpPr>
        <p:spPr>
          <a:xfrm>
            <a:off x="5715000" y="2926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sec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65760" y="45720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OPD Tally records every patient visit with 30+ columns (demographics, vitals, diagnosis, treatment). The Dispense Queue auto-extracts pending prescriptions every 10 seconds using the "extracted" boolean flag. Each prescription is extracted exactly once - re-editing an OPD card resets the flag for re-sync.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65760" y="5577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Fields Transferred: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926080" y="55778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Name, Gender, Age, Emp ID, Company, Department, Diagnosis, Medicines, Qty, Dosage, Dr. Name, Charges, Date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CONSUMPTION GRID &amp; DAILY STOCK DEDUCTION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5" name="Image 0" descr="C:\Users\ashwi\Videos\movies\JSPulse Occupational Health Management System - ASHWINI KUMAR\screenshots\medcons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486400" cy="3090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Consumption Grid - 31-day x 7-section x 4-shift matrix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9048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shi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090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Consume - Auto stock deduction &amp; balance update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760720" y="2286000"/>
            <a:ext cx="548640" cy="548640"/>
          </a:xfrm>
          <a:prstGeom prst="rightArrow">
            <a:avLst/>
          </a:prstGeom>
          <a:solidFill>
            <a:srgbClr val="EF4444"/>
          </a:solidFill>
          <a:ln/>
        </p:spPr>
      </p:sp>
      <p:sp>
        <p:nvSpPr>
          <p:cNvPr id="11" name="Text 7"/>
          <p:cNvSpPr/>
          <p:nvPr/>
        </p:nvSpPr>
        <p:spPr>
          <a:xfrm>
            <a:off x="5715000" y="2926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sec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6576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Classification: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65760" y="4937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OHC Counter: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737360" y="4937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prescriptions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6576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Dressing/Casualty: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737360" y="5257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"dress", "wound", "burn"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65760" y="5577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 Saving: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737360" y="5577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"emergency", "critical"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" y="5897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Aid: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737360" y="5897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"first aid", "minor"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480560" y="4937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Physiotherapy: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852160" y="4937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"physio", "therapy"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48056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PME: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852160" y="5257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"checkup", "periodic"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480560" y="5577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Expiry/Waste: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852160" y="5577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"expired", "waste"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22960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Detection: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8229600" y="4937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A: 06:00-14:00  |  B: 14:00-22:00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C: 22:00-06:00  |  General: Default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MONTHLY BALANCE LEDGER &amp; STOCK REGISTER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5" name="Image 0" descr="C:\Users\ashwi\Videos\movies\JSPulse Occupational Health Management System - ASHWINI KUMAR\screenshots\monthly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486400" cy="3090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Balance - 12-month incoming/outgoing/balance per medicine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9048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inven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090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Stock Register - Inventory, batch, expiry tracking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45720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Monthly Balance Ledger tracks every medicine across 12 months with: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Initial Balance + Monthly Incoming + Monthly Outgoing = Running Balance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Auto-calculated from Daily Consume deductions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Yearly grand totals computed automatically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217920" y="45720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Stock Register provides real-time inventory with: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Medicine Name, Batch No, Manufacturer, Category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Quantity, Unit, Purchase Price, MRP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Expiry Date + Auto-Status (Active/Near-Expiry/Expired)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Color-coded expiry alerts (Green/Yellow/Red)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MONTHLY MIS REPORT &amp; ANALYTICS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8328" y="1069848"/>
            <a:ext cx="7370064" cy="41696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6" name="Image 1" descr="C:\Users\ashwi\Videos\movies\JSPulse Occupational Health Management System - ASHWINI KUMAR\screenshots\m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315200" cy="411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5285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 Report - Auto-aggregated statistics, charts, and compliance data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0467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Auto-Aggregates from 8+ Sources: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046720" y="1554480"/>
            <a:ext cx="3474720" cy="347472"/>
          </a:xfrm>
          <a:prstGeom prst="round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38160" y="15544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OPD Sheets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046720" y="1965960"/>
            <a:ext cx="3474720" cy="347472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138160" y="19659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Stock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046720" y="2377440"/>
            <a:ext cx="3474720" cy="347472"/>
          </a:xfrm>
          <a:prstGeom prst="round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38160" y="23774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Consume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046720" y="2788920"/>
            <a:ext cx="3474720" cy="347472"/>
          </a:xfrm>
          <a:prstGeom prst="roundRect">
            <a:avLst/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38160" y="27889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Incoming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046720" y="3200400"/>
            <a:ext cx="3474720" cy="347472"/>
          </a:xfrm>
          <a:prstGeom prst="round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38160" y="3200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Injury Reports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8046720" y="3611880"/>
            <a:ext cx="3474720" cy="347472"/>
          </a:xfrm>
          <a:prstGeom prst="round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38160" y="3611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Ambulance Dispatch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8046720" y="4023360"/>
            <a:ext cx="3474720" cy="347472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38160" y="40233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BMW Waste Logs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8046720" y="4434840"/>
            <a:ext cx="3474720" cy="347472"/>
          </a:xfrm>
          <a:prstGeom prst="round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38160" y="4434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Certificates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804672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Outputs: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046720" y="52120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Bar Charts (Dept visits, 7-day trends)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Trend Analysis (Month-over-month %)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CSV / PDF Export (One-click compliance)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 Observations (AI-generated text)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CLINICAL RECORDS &amp; SYSTEM HEALTH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5" name="Image 0" descr="C:\Users\ashwi\Videos\movies\JSPulse Occupational Health Management System - ASHWINI KUMAR\screenshots\clin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486400" cy="3090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Records - 9 tabbed sub-modules for compliance registers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9048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systemheal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090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Health Tool - Storage diagnostics &amp; data flow visualization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Records hosts 9 compliance registers: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" y="48920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Injury Reports | Vital Signs | Employee Health | Annual Checkup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Occ. Disease | Emergency Ambulance | First Aid Box | Patient Visits | Health Certificates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21792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Health provides: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217920" y="48920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Storage quota monitoring (70%/90% alerts)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Data flow visualization diagrams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IDB to localStorage migration tools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Cleanup &amp; optimization utilities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SYSTEM ARCHITECTURE: ELECTRON + REACT + INDEXEDDB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user data flows securely from the clinical screen to the local database offline: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228600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USER INTERFACE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19 &amp; Vite 8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21031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OPD Form &amp; Grid: Captures vitals entry, patient details, and printer commands.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Keystroke Engine: Binds keyboard shortcuts for quick cell navigation.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Live Analytics: Local state updates the Dashboard &amp; KPI counters instantly.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80360" y="352044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0" name="Shape 7"/>
          <p:cNvSpPr/>
          <p:nvPr/>
        </p:nvSpPr>
        <p:spPr>
          <a:xfrm>
            <a:off x="3337560" y="1463040"/>
            <a:ext cx="2286000" cy="4572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2900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SECURITY BRIDGE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Preload IPC Bridge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29000" y="1920240"/>
            <a:ext cx="21031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Context Isolation: Blocks direct renderer access to Node.js for security.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API Gatekeeper: Sanitizes and translates front-end UI data requests.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IPC Channels: Safely routes messages between UI and Native desktop processes.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60720" y="352044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4" name="Shape 11"/>
          <p:cNvSpPr/>
          <p:nvPr/>
        </p:nvSpPr>
        <p:spPr>
          <a:xfrm>
            <a:off x="6217920" y="1463040"/>
            <a:ext cx="2286000" cy="457200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DESKTOP MAIN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 Process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09360" y="1920240"/>
            <a:ext cx="21031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Window Controller: Manages desktop windows, menus, and taskbar icons.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Native Integrations: Triggers OS file dialogs (Save/Open) and print-to-PDF.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Update Engine: Check auto-update flags and NSIS installer configs.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641080" y="352044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8" name="Shape 15"/>
          <p:cNvSpPr/>
          <p:nvPr/>
        </p:nvSpPr>
        <p:spPr>
          <a:xfrm>
            <a:off x="9098280" y="1463040"/>
            <a:ext cx="2560320" cy="4572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897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OFFLINE STORAGE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IndexedDB &amp; Disk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89720" y="1920240"/>
            <a:ext cx="23774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sheetDB.js: Saves logs locally in browser-native IndexedDB database.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Native fs System: Auto-saves data backup JSON files directly onto disk.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Quota Bypass: Easily bypasses 5MB limits to store 100,000+ clinical logs.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PROGRAMMING LANGUAGES &amp; DATA FORMATS USED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280160"/>
            <a:ext cx="5486400" cy="12801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325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(ES6+)  |  Primary Programming Language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169164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 Electron main process backend, preload script bridges, IndexedDB wrapper connection pools, automatic date parsing, and CSV/PDF export engines.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26480" y="1280160"/>
            <a:ext cx="5486400" cy="12801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1325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JSX (React Syntax Extension)  |  Component UI Declarative Language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63640" y="169164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the UI structure, reactive states, and DOM lifecycle operations across all 35 custom components, including the ExcelGrid spreadsheet and Dashboard panels.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2834640"/>
            <a:ext cx="5486400" cy="12801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880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  |  Web Document Markup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2461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the application index document skeleton, links script assets, and handles native SVG vector graphics rendering (such as vector clinic logos).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26480" y="2834640"/>
            <a:ext cx="5486400" cy="12801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2880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CSS3 (Vanilla CSS)  |  Component Cascading Styles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63640" y="32461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Powers the complete layout design system, color themes, responsive layouts, active cell borders, sidebar hover effects, and printer output CSS rules.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4389120"/>
            <a:ext cx="5486400" cy="12801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434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 |  Configuration &amp; Data Structures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" y="48006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 application dependencies, build scripts, packaging configurations (package.json), local settings data caches, and backup exports.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26480" y="4389120"/>
            <a:ext cx="5486400" cy="128016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4434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12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IndexedDB API / NoSQL queries  |  Local Database Manipulation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63640" y="48006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sheetDB.js connection pool schemas used for client-side logging, updating medicine stock registers, and aggregating MIS tables offline.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 HEALTH &amp; SAFETY COMPLIANCE REGISTERS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build\jind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137160"/>
            <a:ext cx="182880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OHMS digitizes every mandatory clinical register required under the Factories Act, 1948: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5544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[OPD]  Daily OPD Tally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vitals, diagnosis, treatment per day.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160520" y="15544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5196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[RX]  Pharmacy Dispensing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5196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Auto-synced prescription queue.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955280" y="15544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[STK]  Medicine Stock Register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4672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Inventory, batch, expiry alerts.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26517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[QTY]  Daily Consumption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31-day x 7-section x 4-shift grids.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160520" y="26517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5196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[BAL]  Monthly Balance Ledger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25196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12-month running balance tracking.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955280" y="26517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[PME]  Annual Health Checkups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PME records: vision, lung, audio.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65760" y="374904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[INJ]  Injury Report Logs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Incidents with department &amp; nature.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160520" y="374904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25196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[AMB]  Ambulance Dispatch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25196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callout timestamps.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955280" y="374904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4672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[OCC]  Occupational Disease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04672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Disease tracking &amp; health records.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65760" y="48463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[BOX]  First Aid Box Tracker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kit audits.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160520" y="48463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25196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[CRT]  Health Certificates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25196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Certification expiry &amp; renewal.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7955280" y="48463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4672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[WST]  Biomedical Waste Log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04672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BMW segregation (Y/R/B bags).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AUTOMATION ENGINE: BACKGROUND SYNC INTERVALS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runs 6 independent background timer threads creating a chain-reaction automation pipeline: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3840480"/>
                <a:gridCol w="3931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Module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Interval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 Performed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Source -&gt; Target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OPD Counter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Reload today's patient count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cms_daily_opd_sheet -&gt; Display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Dispense Medicine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Extract new prescriptions from OPD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cms_daily_opd_sheet -&gt; cms_dispense_log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Consume (Extract)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Pull pending items from Dispense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cms_dispense_log -&gt; cms_monthly_consume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Consume (Deduct)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Deduct from Stock + update Balance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cms_monthly_consume -&gt; Stock + Balance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Consume (Pending)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 for pending deduction items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Internal state check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Dashboard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Reload all KPI metrics and alerts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 stores -&gt; Dashboard display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 (Per 30-Second Window):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5303520"/>
            <a:ext cx="11247120" cy="7315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33172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" name="Text 8"/>
          <p:cNvSpPr/>
          <p:nvPr/>
        </p:nvSpPr>
        <p:spPr>
          <a:xfrm>
            <a:off x="219456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20624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3" name="Text 10"/>
          <p:cNvSpPr/>
          <p:nvPr/>
        </p:nvSpPr>
        <p:spPr>
          <a:xfrm>
            <a:off x="406908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08076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95528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7" name="Text 14"/>
          <p:cNvSpPr/>
          <p:nvPr/>
        </p:nvSpPr>
        <p:spPr>
          <a:xfrm>
            <a:off x="781812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982980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" name="Text 16"/>
          <p:cNvSpPr/>
          <p:nvPr/>
        </p:nvSpPr>
        <p:spPr>
          <a:xfrm>
            <a:off x="969264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170432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8"/>
          <p:cNvSpPr/>
          <p:nvPr/>
        </p:nvSpPr>
        <p:spPr>
          <a:xfrm>
            <a:off x="1156716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02336" y="524865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Shape 20"/>
          <p:cNvSpPr/>
          <p:nvPr/>
        </p:nvSpPr>
        <p:spPr>
          <a:xfrm>
            <a:off x="4151376" y="524865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Shape 21"/>
          <p:cNvSpPr/>
          <p:nvPr/>
        </p:nvSpPr>
        <p:spPr>
          <a:xfrm>
            <a:off x="7900416" y="524865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Shape 22"/>
          <p:cNvSpPr/>
          <p:nvPr/>
        </p:nvSpPr>
        <p:spPr>
          <a:xfrm>
            <a:off x="6025896" y="5248656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Shape 23"/>
          <p:cNvSpPr/>
          <p:nvPr/>
        </p:nvSpPr>
        <p:spPr>
          <a:xfrm>
            <a:off x="11283696" y="5248656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Shape 24"/>
          <p:cNvSpPr/>
          <p:nvPr/>
        </p:nvSpPr>
        <p:spPr>
          <a:xfrm>
            <a:off x="457200" y="576072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" y="5760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Extract sync (10s)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00400" y="576072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7"/>
          <p:cNvSpPr/>
          <p:nvPr/>
        </p:nvSpPr>
        <p:spPr>
          <a:xfrm>
            <a:off x="3429000" y="5760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Stock deduct (15s)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943600" y="576072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5760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Dashboard refresh (30s)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PROJECT OUTCOMES: MEASURABLE IMPROVEMENTS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pic>
        <p:nvPicPr>
          <p:cNvPr id="5" name="Image 1" descr="C:\Users\ashwi\Videos\movies\JSPulse Occupational Health Management System - ASHWINI KUMAR\build\jinda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"/>
            <a:ext cx="1097280" cy="548640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438912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292608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Operational Area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Before (Paper)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After (JSPulse OHMS)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Impact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OPD Patient Logging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min per entry (handwritten)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 sec (digital form + auto-ID)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87% faster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Prescription to Pharmacy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 sec manual copy + errors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Auto-sync every 10 seconds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100% accurate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Stock Inventory Check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Physical inspection daily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 counts + expiry alerts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 errors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Monthly MIS Report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4-6 hours manual compilation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One-click auto-aggregation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98% time saved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Compliance Audit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Hours of ledger searching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Instant PDF/Excel export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Audit-ready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Storage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Paper ledgers (fire/water risk)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IndexedDB + disk backup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 data loss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Network Dependency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Cloud apps crash on outage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100% offline operation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 downtime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OHMS eliminates 100% of paper transcription errors and ensures complete regulatory compliance under the Factories Act, 1948.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JSPulse OHMS SOLVES OHC CHALLENGES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383280" cy="4114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INSTANT REGISTRATION &amp; SYNC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OPD Card Form: Auto-generates unique OPD IDs and scales to vitals entry in under 15 seconds.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Automated Sync: Background threads automatically extract prescriptions from doctor logs every 10 seconds, pushing them to the pharmacy queue and eliminating transcription errors.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383280" cy="41148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REAL-TIME STOCK &amp; BALANCE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192024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Auto-Deduction: Pharmacy dispensing triggers live medicine stock deduction with fuzzy matching.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Consumption Grids: 31-day x 7-section x 4-shift grid auto-sums daily consumption, instantly updating monthly balance sheets and preventing critical drug stockouts.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0" y="1463040"/>
            <a:ext cx="3383280" cy="411480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COMPLIANCE &amp; OFFLINE RESILIENCE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192024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One-Click Audits: Generate comprehensive MIS reports and PDF/Excel logs instantly to ensure Factories Act, 1948 audit compliance.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Offline Desktop Shell: Runs locally in Electron, guaranteeing zero downtime and 100% data access during steel plant network or cloud server outages.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74320"/>
            <a:ext cx="1097280" cy="1097280"/>
          </a:xfrm>
          <a:prstGeom prst="rect">
            <a:avLst/>
          </a:prstGeom>
        </p:spPr>
      </p:pic>
      <p:pic>
        <p:nvPicPr>
          <p:cNvPr id="3" name="Image 1" descr="C:\Users\ashwi\Videos\movies\JSPulse Occupational Health Management System - ASHWINI KUMAR\build\jinda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74320"/>
            <a:ext cx="1828800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FUTURE SCOPE &amp; RECOMMENDATIONS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2011680"/>
            <a:ext cx="112471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2"/>
          <p:cNvSpPr/>
          <p:nvPr/>
        </p:nvSpPr>
        <p:spPr>
          <a:xfrm>
            <a:off x="457200" y="2286000"/>
            <a:ext cx="11247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USB Barcode Scanners - Interface pharmacy barcodes with dispense queues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OCR Prescription Scanner - Camera module to extract text from printed slips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Encrypted Cloud Sync - Background upload when network is available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Mobile Companion App - React Native app for doctors during ward rounds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57200" y="4937760"/>
            <a:ext cx="112471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457200" y="56692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Ashwini Kumar  |  Jindal Steel &amp; Power Ltd.  |  Summer 2026 Internship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Image Sources</a:t>
            </a:r>
            <a:endParaRPr lang="en-US" sz="2800" dirty="0"/>
          </a:p>
        </p:txBody>
      </p:sp>
      <p:pic>
        <p:nvPicPr>
          <p:cNvPr id="3" name="Image 0" descr="C:\Users\ashwi\Videos\movies\JSPulse Occupational Health Management System - ASHWINI KUMAR\downloaded_assets\rvs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10972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28016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https://www.rvscollege.ac.in/wp-content/uploads/2025/04/RVSCET-Website-295x80-Logo.png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182880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www.rvscollege.ac.in</a:t>
            </a:r>
            <a:endParaRPr lang="en-US" sz="950" dirty="0"/>
          </a:p>
        </p:txBody>
      </p:sp>
      <p:pic>
        <p:nvPicPr>
          <p:cNvPr id="6" name="Image 1" descr="C:\Users\ashwi\Videos\movies\JSPulse Occupational Health Management System - ASHWINI KUMAR\downloaded_assets\plant_overvie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2148840"/>
            <a:ext cx="1097280" cy="640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0" y="214884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https://blogger.googleusercontent.com/img/b/R29vZ2xl/...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828800" y="24688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www.patratu.com</a:t>
            </a:r>
            <a:endParaRPr lang="en-US" sz="950" dirty="0"/>
          </a:p>
        </p:txBody>
      </p:sp>
      <p:pic>
        <p:nvPicPr>
          <p:cNvPr id="9" name="Image 2" descr="C:\Users\ashwi\Videos\movies\JSPulse Occupational Health Management System - ASHWINI KUMAR\downloaded_assets\brm_mill.webp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3017520"/>
            <a:ext cx="1097280" cy="640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28800" y="3017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https://jindaltmt550.com/images/mp/manufacturing-process-stage-5-mob.webp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1828800" y="333756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jindaltmt550.com</a:t>
            </a:r>
            <a:endParaRPr lang="en-US" sz="950" dirty="0"/>
          </a:p>
        </p:txBody>
      </p:sp>
      <p:pic>
        <p:nvPicPr>
          <p:cNvPr id="12" name="Image 3" descr="C:\Users\ashwi\Videos\movies\JSPulse Occupational Health Management System - ASHWINI KUMAR\downloaded_assets\rebar_machin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3886200"/>
            <a:ext cx="1097280" cy="6400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28800" y="3886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https://ik.imagekit.io/sctpl/Untitled%20design%20-%202026-02-07T121813.187.png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1828800" y="420624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www.sonavibrators.com</a:t>
            </a:r>
            <a:endParaRPr lang="en-US" sz="950" dirty="0"/>
          </a:p>
        </p:txBody>
      </p:sp>
      <p:pic>
        <p:nvPicPr>
          <p:cNvPr id="15" name="Image 4" descr="C:\Users\ashwi\Videos\movies\JSPulse Occupational Health Management System - ASHWINI KUMAR\downloaded_assets\it_department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8640" y="4754880"/>
            <a:ext cx="1097280" cy="6400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28800" y="47548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https://framerusercontent.com/images/TfHUCkLw85zPq7NPdT2KvJC5CU.jpg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1828800" y="50749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shieldworkz.com</a:t>
            </a:r>
            <a:endParaRPr lang="en-US" sz="950" dirty="0"/>
          </a:p>
        </p:txBody>
      </p:sp>
      <p:pic>
        <p:nvPicPr>
          <p:cNvPr id="18" name="Image 5" descr="C:\Users\ashwi\Videos\movies\JSPulse Occupational Health Management System - ASHWINI KUMAR\downloaded_assets\ohc_collage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48640" y="5623560"/>
            <a:ext cx="1097280" cy="6400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828800" y="562356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https://www.jindalstainless.com/wp-content/uploads/2026/04/Inaguration-collage.jpg</a:t>
            </a:r>
            <a:endParaRPr lang="en-US" sz="950" dirty="0"/>
          </a:p>
        </p:txBody>
      </p:sp>
      <p:sp>
        <p:nvSpPr>
          <p:cNvPr id="20" name="Text 12"/>
          <p:cNvSpPr/>
          <p:nvPr/>
        </p:nvSpPr>
        <p:spPr>
          <a:xfrm>
            <a:off x="1828800" y="59436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www.jindalstainless.com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2026-07-08T17:16:47Z</dcterms:created>
  <dcterms:modified xsi:type="dcterms:W3CDTF">2026-07-08T17:16:47Z</dcterms:modified>
</cp:coreProperties>
</file>