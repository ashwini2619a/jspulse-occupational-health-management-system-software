
<file path=[Content_Types].xml><?xml version="1.0" encoding="utf-8"?>
<Types xmlns="http://schemas.openxmlformats.org/package/2006/content-types">
  <Default Extension="bin" ContentType="image/unknown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634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4" name="Image 0" descr="C:\Users\ashwi\Videos\movies\JSPulse Occupational Health Management System - ASHWINI KUMAR\downloaded_assets\rvs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21577" y="97273"/>
            <a:ext cx="4075808" cy="10566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945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9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INTERNSHIP REPORT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report submitted in partial fulfillment of the requirements for the Award of Degree of Bachelor of Technology in Computer Science and Engineering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3749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By: ASHWINI KUMAR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48640" y="40690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 no: CSE/58/24  |  4th Semester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8640" y="5189219"/>
            <a:ext cx="5545772" cy="384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TO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557363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RVS College of Engineering and Technology, Jamshedpur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217920" y="5139301"/>
            <a:ext cx="587946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 &amp; SUPERVISION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17920" y="57607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Supervision: Mr. Deepak Kumar (HOD, IT Dept., Jindal Steel, Patratu)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Duration: 1st June 2026 to 30th June 2026</a:t>
            </a:r>
            <a:endParaRPr lang="en-US" sz="135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F84382-8200-5733-85B1-B054890F08FE}"/>
              </a:ext>
            </a:extLst>
          </p:cNvPr>
          <p:cNvCxnSpPr>
            <a:cxnSpLocks/>
          </p:cNvCxnSpPr>
          <p:nvPr/>
        </p:nvCxnSpPr>
        <p:spPr>
          <a:xfrm>
            <a:off x="548640" y="5047861"/>
            <a:ext cx="1164018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571F5E-03D6-4703-7C61-678EFFF2BA08}"/>
              </a:ext>
            </a:extLst>
          </p:cNvPr>
          <p:cNvCxnSpPr>
            <a:cxnSpLocks/>
          </p:cNvCxnSpPr>
          <p:nvPr/>
        </p:nvCxnSpPr>
        <p:spPr>
          <a:xfrm>
            <a:off x="3881535" y="2834640"/>
            <a:ext cx="44507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EBC36F69-C3DF-DC4F-BED0-6D7C72C37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1280" y="0"/>
            <a:ext cx="3088640" cy="16060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Plant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Jindal Steel Plant in Patratu is a facility focused on advanced steel production and downstream processing, integrating cutting-edge technology for industrial efficiency and safety.</a:t>
            </a:r>
            <a:endParaRPr lang="en-US" sz="1650" dirty="0"/>
          </a:p>
        </p:txBody>
      </p:sp>
      <p:pic>
        <p:nvPicPr>
          <p:cNvPr id="4" name="Image 0" descr="C:\Users\ashwi\Videos\movies\JSPulse Occupational Health Management System - ASHWINI KUMAR\downloaded_assets\plant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Production: Bar &amp; Wire Rod Mills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Rod Mill (BRM):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High-capacity TMT production line for construction reinforcement.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 Rod Mill (WRM):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Specialized unit for precision wire rod manufacturing.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79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Control: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rolling processes ensuring uniform material strength and quality.</a:t>
            </a:r>
            <a:endParaRPr lang="en-US" sz="1350" dirty="0"/>
          </a:p>
        </p:txBody>
      </p:sp>
      <p:pic>
        <p:nvPicPr>
          <p:cNvPr id="15" name="Image 0" descr="C:\Users\ashwi\Videos\movies\JSPulse Occupational Health Management System - ASHWINI KUMAR\downloaded_assets\brm_mill.we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Downstream: Rebar Service Centre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 &amp; Bend: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customized, pre-processed rebar to site specifications.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Weld Mesh: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High-strength mesh support for civil infrastructure.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79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Efficiency: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site operations by reducing construction scrap significantly.</a:t>
            </a:r>
            <a:endParaRPr lang="en-US" sz="1350" dirty="0"/>
          </a:p>
        </p:txBody>
      </p:sp>
      <p:pic>
        <p:nvPicPr>
          <p:cNvPr id="15" name="Image 0" descr="C:\Users\ashwi\Videos\movies\JSPulse Occupational Health Management System - ASHWINI KUMAR\downloaded_assets\rebar_mac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Department: IT Department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Infrastructure: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Managing the robust industrial communication network.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Operations: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SAP, production scheduling, and inventory systems.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79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Cybersecurity: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a secure environment for all OT/IT industrial data.</a:t>
            </a:r>
            <a:endParaRPr lang="en-US" sz="1350" dirty="0"/>
          </a:p>
        </p:txBody>
      </p:sp>
      <p:pic>
        <p:nvPicPr>
          <p:cNvPr id="15" name="Image 0" descr="C:\Users\ashwi\Videos\movies\JSPulse Occupational Health Management System - ASHWINI KUMAR\downloaded_assets\it_departm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Department: Occupational Health Centres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✚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Care: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On-site medical response teams available 24/7.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✚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Wellness Monitoring: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Periodic industrial health screenings for all plant personnel.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79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✚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Standards: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Promoting industrial hygiene and proactive safety protocols.</a:t>
            </a:r>
            <a:endParaRPr lang="en-US" sz="1350" dirty="0"/>
          </a:p>
        </p:txBody>
      </p:sp>
      <p:pic>
        <p:nvPicPr>
          <p:cNvPr id="15" name="Image 0" descr="C:\Users\ashwi\Videos\movies\JSPulse Occupational Health Management System - ASHWINI KUMAR\downloaded_assets\ohc_collage.jp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shwi\Videos\movies\JSPulse Occupational Health Management System - ASHWINI KUMAR\src\assets\app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1188720" cy="1188720"/>
          </a:xfrm>
          <a:prstGeom prst="rect">
            <a:avLst/>
          </a:prstGeom>
        </p:spPr>
      </p:pic>
      <p:pic>
        <p:nvPicPr>
          <p:cNvPr id="3" name="Image 1" descr="C:\Users\ashwi\Videos\movies\JSPulse Occupational Health Management System - ASHWINI KUMAR\build\jind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74320"/>
            <a:ext cx="2286000" cy="11887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1737360"/>
            <a:ext cx="182880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1920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JSPulse OHMS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457200" y="2651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Occupational Health Management System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Offline-First, Fully Automated Desktop Application for Industrial Plant Clinic Operations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57200" y="4023360"/>
            <a:ext cx="1124712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42976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By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Ashwini Kumar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 ID: JSPL-2026-IT-042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B.Tech CSE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114800" y="42976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 Organization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Jindal Steel &amp; Power Ltd.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Raigarh &amp; Patratu Plants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&amp; OHC Medical Services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772400" y="42976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 42 + React 19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 + IndexedDB + Recharts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NLP AI ChatBrain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5760720"/>
            <a:ext cx="112471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1.0.26  |  Summer 2026 Internship  |  Windows x64 Native Installer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IS JSPulse OHMS?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1828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51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OHMS is an offline-first desktop application built specifically for Occupational Health Centers (OHCs) inside industrial steel plants. It replaces fragmented paper ledger books with an automated, interconnected digital system.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120640" cy="438912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[THE PROBLEM] (Before JSPulse)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01168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OPD logs handwritten in paper registers - 2 minutes per entry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Medicine dispensing copied manually from OPD ledger - errors and delays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No automatic stock deduction - pharmacists physically count inventory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Monthly consumption reports compiled manually from 30 days of ledger pages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Compliance audits require hours of ledger searches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Cloud-based apps crash when plant intranet goes down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No drug interaction safety checks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35040" y="1554480"/>
            <a:ext cx="5394960" cy="43891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[THE SOLUTION] (JSPulse OHMS)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0" y="201168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Digital OPD form with auto-ID generation - 15 seconds per entry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Automated prescription extraction every 10 seconds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Real-time stock deduction with fuzzy medicine matching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Monthly reports auto-generated from live data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One-click PDF/Excel exports for instant compliance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- 100% offline - runs locally inside Electron desktop shell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Built-in drug interaction safety matrix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DOES IT WORK? — THE COMPLETE AUTOMATED PIPELINE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patient visit triggers an automated chain reaction across 6 connected modules. Background sync threads poll every 10-15 seconds, creating a near-real-time data pipeline: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011680" cy="1005840"/>
          </a:xfrm>
          <a:prstGeom prst="round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Form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(Patient Registration)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OPDCardPrintable.jsx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0" y="2148840"/>
            <a:ext cx="320040" cy="32004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828800"/>
            <a:ext cx="2011680" cy="10058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8288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(Daily Patient Log)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1840" y="28803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DailyOPDTally.jsx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394960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sec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486400" y="214884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6035040" y="1828800"/>
            <a:ext cx="201168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8288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Dispense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(Pharmacy Queue)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35040" y="28803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DispenseMedicine.jsx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138160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sec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229600" y="214884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8778240" y="1828800"/>
            <a:ext cx="2011680" cy="10058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18288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Consume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(Consumption Grid)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78240" y="28803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MedicineConsumptionGrid.jsx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9784080" y="3108960"/>
            <a:ext cx="320040" cy="320040"/>
          </a:xfrm>
          <a:prstGeom prst="downArrow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8823960" y="3200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Auto-Deduct 15 sec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8046720" y="3749040"/>
            <a:ext cx="1645920" cy="82296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3749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Consume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(Stock deduction)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46720" y="4617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DailyConsume.jsx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875520" y="3749040"/>
            <a:ext cx="1645920" cy="8229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0" y="3749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Balance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(Yearly Ledger)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875520" y="4617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MonthlyBalance.jsx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686800" y="4846320"/>
            <a:ext cx="320040" cy="320040"/>
          </a:xfrm>
          <a:prstGeom prst="downArrow">
            <a:avLst/>
          </a:prstGeom>
          <a:solidFill>
            <a:srgbClr val="3B82F6"/>
          </a:solidFill>
          <a:ln/>
        </p:spPr>
      </p:sp>
      <p:sp>
        <p:nvSpPr>
          <p:cNvPr id="31" name="Shape 29"/>
          <p:cNvSpPr/>
          <p:nvPr/>
        </p:nvSpPr>
        <p:spPr>
          <a:xfrm>
            <a:off x="10515600" y="4846320"/>
            <a:ext cx="320040" cy="320040"/>
          </a:xfrm>
          <a:prstGeom prst="downArrow">
            <a:avLst/>
          </a:prstGeom>
          <a:solidFill>
            <a:srgbClr val="3B82F6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0" y="5212080"/>
            <a:ext cx="3108960" cy="73152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52120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Consume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(MIS Report &amp; Analytics)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0" y="598932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MonthlyMISReport.jsx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91840" y="3840480"/>
            <a:ext cx="1645920" cy="640080"/>
          </a:xfrm>
          <a:prstGeom prst="roundRect">
            <a:avLst/>
          </a:prstGeom>
          <a:solidFill>
            <a:srgbClr val="E2E8F0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840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Counter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(Live Today Count)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40480" y="3291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Polls 10s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931920" y="3154680"/>
            <a:ext cx="320040" cy="320040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39" name="Shape 37"/>
          <p:cNvSpPr/>
          <p:nvPr/>
        </p:nvSpPr>
        <p:spPr>
          <a:xfrm>
            <a:off x="548640" y="3840480"/>
            <a:ext cx="1645920" cy="640080"/>
          </a:xfrm>
          <a:prstGeom prst="roundRect">
            <a:avLst/>
          </a:prstGeom>
          <a:solidFill>
            <a:srgbClr val="E2E8F0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840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(KPIs + Alerts)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" y="3291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Polls 30s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188720" y="3154680"/>
            <a:ext cx="320040" cy="320040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43" name="Shape 41"/>
          <p:cNvSpPr/>
          <p:nvPr/>
        </p:nvSpPr>
        <p:spPr>
          <a:xfrm>
            <a:off x="5486400" y="3840480"/>
            <a:ext cx="1828800" cy="6400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0" y="3840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Consumption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(Manual Entry)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06640" y="4023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 -&gt;</a:t>
            </a:r>
            <a:endParaRPr lang="en-US" sz="7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WORKFLOW DETAIL: OPD FORM → DISPENSE QUEUE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2286000" cy="1097280"/>
          </a:xfrm>
          <a:prstGeom prst="round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PATIENT ARRIVES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Nurse opens OPD Card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Fills vitals, diagnosis,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medicines prescribed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0" y="1737360"/>
            <a:ext cx="320040" cy="32004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1371600"/>
            <a:ext cx="2286000" cy="10972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371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OPD CARD SAVES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Auto-generates OPD-XXX ID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Sets extracted = false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Auto-save with 1.5s debounce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1737360"/>
            <a:ext cx="320040" cy="32004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0" y="1371600"/>
            <a:ext cx="2286000" cy="1097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371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OPD LOG STORES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 added 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cms_daily_opd_sheet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data columns saved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412480" y="173736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0" y="1371600"/>
            <a:ext cx="2743200" cy="10972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AUTO-EXTRACTION (10s)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thread scans OPD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extracted = false rows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Copies patient + medicine data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149840" y="2560320"/>
            <a:ext cx="320040" cy="320040"/>
          </a:xfrm>
          <a:prstGeom prst="downArrow">
            <a:avLst/>
          </a:pr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8961120" y="3017520"/>
            <a:ext cx="2743200" cy="109728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3017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DISPENSE LOG CREATED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DISP-XXX row with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= "Pending"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OPD marked extracted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30175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"extracted" boolean is the critical transactional gate. It ensures: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Each prescription is extracted exactly once (no duplicates)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Re-editing an OPD card resets extracted = false, triggering re-sync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The pharmacist sees only pending items, not already-processed ones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Fields Transferred: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9377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Name, Gender, Age, Emp ID, Company,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Department, Diagnosis, Medicines, Quantity,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Dosage, Dr. Name, Charges, Date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Details: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49377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Regex parses medicine dosage strings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(e.g., "1 tab BD x 5 days" -&gt; qty: 10)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Auto-capitalize patient names on blur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Fuzzy matching for medicine identification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Legacy data migration from old field names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WORKFLOW DETAIL: DISPENSE → CONSUME → STOCK DEDUCTION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0"/>
            <a:ext cx="22860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DISPENSE QUEUE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Pharmacist reviews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prescriptions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= "Pending"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51760" y="169164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1371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10s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286000" cy="10058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3716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DAILY CONSUME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Extracts from Dispense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Classifies by Section: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OHC/Dressing/LifeSaving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691640"/>
            <a:ext cx="320040" cy="32004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6126480" y="1371600"/>
            <a:ext cx="2468880" cy="10058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3716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CONSUMPTION GRID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31-day x 7-section x 4-shift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Qty placed in correct cell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Auto-sums per section/day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0" y="1691640"/>
            <a:ext cx="320040" cy="320040"/>
          </a:xfrm>
          <a:prstGeom prst="rightArrow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9098280" y="1371600"/>
            <a:ext cx="2468880" cy="1005840"/>
          </a:xfrm>
          <a:prstGeom prst="round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13716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SYNC &amp; DEDUCT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Auto-deduct every 15s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Pushes to Stock Register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Monthly Balance Ledger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509760" y="2514600"/>
            <a:ext cx="320040" cy="320040"/>
          </a:xfrm>
          <a:prstGeom prst="downArrow">
            <a:avLst/>
          </a:prstGeom>
          <a:solidFill>
            <a:srgbClr val="EF4444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24160" y="2514600"/>
            <a:ext cx="320040" cy="320040"/>
          </a:xfrm>
          <a:prstGeom prst="downArrow">
            <a:avLst/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0" y="3017520"/>
            <a:ext cx="1828800" cy="82296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30175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Stock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cms_medstock_data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(qty decremented)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149840" y="3017520"/>
            <a:ext cx="1371600" cy="8229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30175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Balance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Outgoing updated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recomputed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Classification Logic: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OHC Counter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0312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 Default for standard prescriptions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Dressing/Casualty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3429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 Keywords: "dress", "wound", "burn"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3749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 Saving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10312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 Keywords: "emergency", "critical"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069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Aid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103120" y="4069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 Keywords: "first aid", "minor"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389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Physiotherapy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103120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 Keywords: "physio", "therapy"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4709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103120" y="4709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 Keywords: "checkup", "periodic"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5029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Expiry/Waste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103120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 Keywords: "expired", "waste"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Detection: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0" y="31089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A:  06:00 - 14:00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B:  14:00 - 22:00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C:  22:00 - 06:00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General: Default fallback</a:t>
            </a:r>
            <a:endParaRPr lang="en-US" sz="11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WORKFLOW DETAIL: MONTHLY REPORTING &amp; MIS AGGREGATION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Monthly MIS Report auto-aggregates data from 8+ clinical databases to generate a complete compliance report: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377440" cy="8229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54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OPD Sheets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cms_daily_opd_sheet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17520" y="1554480"/>
            <a:ext cx="2377440" cy="82296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554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Stock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cms_medstock_data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0" y="1554480"/>
            <a:ext cx="2377440" cy="8229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554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Consume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cms_monthly_consume_*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321040" y="1554480"/>
            <a:ext cx="2377440" cy="8229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554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Incoming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cms_medicine_incoming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2377440" cy="8229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Injury Reports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cms_injury_data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17520" y="2743200"/>
            <a:ext cx="2377440" cy="8229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Ambulance Dispatch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cms_ambulance_data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0" y="2743200"/>
            <a:ext cx="2377440" cy="8229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BMW Waste Logs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cms_bmw_data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321040" y="2743200"/>
            <a:ext cx="2377440" cy="8229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Certificates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cms_health_cert_data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80160" y="3794760"/>
            <a:ext cx="320040" cy="320040"/>
          </a:xfrm>
          <a:prstGeom prst="downArrow">
            <a:avLst/>
          </a:prstGeom>
          <a:solidFill>
            <a:srgbClr val="3B82F6"/>
          </a:solidFill>
          <a:ln/>
        </p:spPr>
      </p:sp>
      <p:sp>
        <p:nvSpPr>
          <p:cNvPr id="22" name="Shape 20"/>
          <p:cNvSpPr/>
          <p:nvPr/>
        </p:nvSpPr>
        <p:spPr>
          <a:xfrm>
            <a:off x="3931920" y="3794760"/>
            <a:ext cx="320040" cy="320040"/>
          </a:xfrm>
          <a:prstGeom prst="downArrow">
            <a:avLst/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3794760"/>
            <a:ext cx="320040" cy="320040"/>
          </a:xfrm>
          <a:prstGeom prst="downArrow">
            <a:avLst/>
          </a:prstGeom>
          <a:solidFill>
            <a:srgbClr val="3B82F6"/>
          </a:solidFill>
          <a:ln/>
        </p:spPr>
      </p:sp>
      <p:sp>
        <p:nvSpPr>
          <p:cNvPr id="24" name="Shape 22"/>
          <p:cNvSpPr/>
          <p:nvPr/>
        </p:nvSpPr>
        <p:spPr>
          <a:xfrm>
            <a:off x="9235440" y="3794760"/>
            <a:ext cx="320040" cy="320040"/>
          </a:xfrm>
          <a:prstGeom prst="downArrow">
            <a:avLst/>
          </a:pr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4206240"/>
            <a:ext cx="5760720" cy="9144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420624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MIS REPORT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Auto-Aggregates: OPD Stats | Injury Analysis | Medicine Consumption | Department Distribution | Compliance Index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5394960"/>
            <a:ext cx="2560320" cy="7315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5394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Charts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Department-wise visits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7-day trends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0" y="5394960"/>
            <a:ext cx="2560320" cy="7315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5394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 Analysis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Month-over-month %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vs Follow-up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5394960"/>
            <a:ext cx="2560320" cy="7315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5394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/ PDF Export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One-click compliance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generation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869680" y="5394960"/>
            <a:ext cx="2560320" cy="7315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5394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F12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Observations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9F12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AI-generated summary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9F12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narrative text</a:t>
            </a:r>
            <a:endParaRPr lang="en-US" sz="9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SYSTEM ARCHITECTURE: ELECTRON + REACT + INDEXEDDB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88720"/>
            <a:ext cx="3291840" cy="4389120"/>
          </a:xfrm>
          <a:prstGeom prst="roundRect">
            <a:avLst/>
          </a:prstGeom>
          <a:solidFill>
            <a:srgbClr val="E2E8F0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280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 MAIN PROCESS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(Node.js Runtime)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BrowserWindow manager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Native file dialogs (Save/Open)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Headless PDF print engine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Desktop shell (taskbar, tray)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NSIS installer packaging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Auto-updater hooks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fs.writeFileSync for exports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System path resolution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794760" y="3200400"/>
            <a:ext cx="320040" cy="32004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37490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IPC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297680" y="2194560"/>
            <a:ext cx="1645920" cy="27432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DE6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0" y="228600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PRELOAD</a:t>
            </a:r>
            <a:endParaRPr lang="en-US" sz="10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BRIDGE</a:t>
            </a:r>
            <a:endParaRPr lang="en-US" sz="1000" dirty="0"/>
          </a:p>
          <a:p>
            <a:pPr marL="0" indent="0" algn="ctr">
              <a:lnSpc>
                <a:spcPts val="1600"/>
              </a:lnSpc>
              <a:buNone/>
            </a:pPr>
            <a:endParaRPr lang="en-US" sz="10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contextIsolation</a:t>
            </a:r>
            <a:endParaRPr lang="en-US" sz="10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window.electron</a:t>
            </a:r>
            <a:endParaRPr lang="en-US" sz="10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IPC channels</a:t>
            </a:r>
            <a:endParaRPr lang="en-US" sz="10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Sandbox guard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35040" y="3200400"/>
            <a:ext cx="320040" cy="32004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3" name="Shape 10"/>
          <p:cNvSpPr/>
          <p:nvPr/>
        </p:nvSpPr>
        <p:spPr>
          <a:xfrm>
            <a:off x="6492240" y="1188720"/>
            <a:ext cx="4937760" cy="438912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BAE6F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280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 RENDERER (React 19 + Vite)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75120" y="178308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1783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ExcelGrid Engine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spreadsheet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686800" y="178308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0" y="1783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→ Dispense Sync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pipeline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675120" y="260604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5120" y="26060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sheetDB.js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IndexedDB pool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686800" y="260604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0" y="26060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Recharts Analytics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 visualizations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675120" y="342900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75120" y="3429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ChatBrain NLP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AI assistant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686800" y="342900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0" y="3429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InteractionChecker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Drug safety matrix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675120" y="425196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75120" y="42519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Engine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+ PDF output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8686800" y="425196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86800" y="42519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Search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Ctrl+K indexer</a:t>
            </a:r>
            <a:endParaRPr lang="en-US" sz="9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DATABASE SCHEMA: ENTITY RELATIONSHIP MAP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0"/>
            <a:ext cx="2743200" cy="137160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PATIENT_VISIT_LOG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cms_daily_opd_sheet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(PK), patientName, empId,</a:t>
            </a:r>
            <a:endParaRPr lang="en-US" sz="9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date, diagnosis, medicines,</a:t>
            </a:r>
            <a:endParaRPr lang="en-US" sz="9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extracted (sync flag)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0" y="1280160"/>
            <a:ext cx="2743200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DISPENSE_LOG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0" y="1600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cms_dispense_log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0624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(PK), opdId (FK),</a:t>
            </a:r>
            <a:endParaRPr lang="en-US" sz="9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patientName, medicine,</a:t>
            </a:r>
            <a:endParaRPr lang="en-US" sz="9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qty, status (Pending/Pushed)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0" y="1280160"/>
            <a:ext cx="3657600" cy="13716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1325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DAILY_CONSUME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63840" y="1600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cms_monthly_consume_*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63840" y="1828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(PK), medicineName,</a:t>
            </a:r>
            <a:endParaRPr lang="en-US" sz="9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day1..day31 x 7 sections,</a:t>
            </a:r>
            <a:endParaRPr lang="en-US" sz="9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monthlyGrandTotal, status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2743200" cy="137160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37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MEDICINE_STOCK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611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cms_medstock_data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(PK), medicineName,</a:t>
            </a:r>
            <a:endParaRPr lang="en-US" sz="9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batch, category, quantity,</a:t>
            </a:r>
            <a:endParaRPr lang="en-US" sz="9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expiry, expiryStatus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0" y="3291840"/>
            <a:ext cx="2743200" cy="13716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3337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EMPLOYEE_HEALTH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06240" y="3611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cms_employee_health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20624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empCode (PK), name,</a:t>
            </a:r>
            <a:endParaRPr lang="en-US" sz="9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department, bloodGroup,</a:t>
            </a:r>
            <a:endParaRPr lang="en-US" sz="9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checkupDate, status (Fit/Unfit)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772400" y="3291840"/>
            <a:ext cx="3657600" cy="13716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3337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MONTHLY_BALANCE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63840" y="3611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cms_yearly_monthly_balance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63840" y="38404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(PK), medicineName,</a:t>
            </a:r>
            <a:endParaRPr lang="en-US" sz="9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initialBalance, 12xincoming,</a:t>
            </a:r>
            <a:endParaRPr lang="en-US" sz="9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12xoutgoing, runningBalance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08960" y="1783080"/>
            <a:ext cx="32004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9" name="Text 27"/>
          <p:cNvSpPr/>
          <p:nvPr/>
        </p:nvSpPr>
        <p:spPr>
          <a:xfrm>
            <a:off x="3154680" y="15087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949440" y="1783080"/>
            <a:ext cx="32004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15087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418320" y="2743200"/>
            <a:ext cx="320040" cy="320040"/>
          </a:xfrm>
          <a:prstGeom prst="downArrow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9829800" y="2743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deducts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371600" y="2834640"/>
            <a:ext cx="320040" cy="320040"/>
          </a:xfrm>
          <a:prstGeom prst="downArrow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1783080" y="28346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deducts</a:t>
            </a:r>
            <a:endParaRPr lang="en-US" sz="8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AUTOMATION ENGINE: BACKGROUND SYNC INTERVALS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runs 6 independent background timer threads. Each module polls its data source at fixed intervals, creating a chain-reaction automation pipeline: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200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Module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Interval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 Performed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Source → Target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OPD Counter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Reload today's patient count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cms_daily_opd_sheet → Display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Dispense Medicine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Extract new prescriptions from OPD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cms_daily_opd_sheet → cms_dispense_log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Daily Consume (Extract)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Pull pending items from Dispense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cms_dispense_log → cms_monthly_consume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Daily Consume (Deduct)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Deduct from Stock + update Balance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cms_monthly_consume → Stock + Balance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Daily Consume (Pending)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 for pending deduction items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Internal state check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Dashboard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Reload all KPI metrics and alerts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 stores → Dashboard display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 Visualization (Per 30-Second Window):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5303520"/>
            <a:ext cx="11247120" cy="7315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33172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1" name="Text 8"/>
          <p:cNvSpPr/>
          <p:nvPr/>
        </p:nvSpPr>
        <p:spPr>
          <a:xfrm>
            <a:off x="219456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20624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3" name="Text 10"/>
          <p:cNvSpPr/>
          <p:nvPr/>
        </p:nvSpPr>
        <p:spPr>
          <a:xfrm>
            <a:off x="406908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08076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15s</a:t>
            </a:r>
            <a:endParaRPr lang="en-US" sz="800" dirty="0"/>
          </a:p>
        </p:txBody>
      </p:sp>
      <p:sp>
        <p:nvSpPr>
          <p:cNvPr id="5" name="Shape 13"/>
          <p:cNvSpPr/>
          <p:nvPr/>
        </p:nvSpPr>
        <p:spPr>
          <a:xfrm>
            <a:off x="795528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7" name="Text 14"/>
          <p:cNvSpPr/>
          <p:nvPr/>
        </p:nvSpPr>
        <p:spPr>
          <a:xfrm>
            <a:off x="781812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982980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" name="Text 16"/>
          <p:cNvSpPr/>
          <p:nvPr/>
        </p:nvSpPr>
        <p:spPr>
          <a:xfrm>
            <a:off x="969264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170432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Text 18"/>
          <p:cNvSpPr/>
          <p:nvPr/>
        </p:nvSpPr>
        <p:spPr>
          <a:xfrm>
            <a:off x="1156716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02336" y="524865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Shape 20"/>
          <p:cNvSpPr/>
          <p:nvPr/>
        </p:nvSpPr>
        <p:spPr>
          <a:xfrm>
            <a:off x="4151376" y="524865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Shape 21"/>
          <p:cNvSpPr/>
          <p:nvPr/>
        </p:nvSpPr>
        <p:spPr>
          <a:xfrm>
            <a:off x="7900416" y="524865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Shape 22"/>
          <p:cNvSpPr/>
          <p:nvPr/>
        </p:nvSpPr>
        <p:spPr>
          <a:xfrm>
            <a:off x="6025896" y="5248656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Shape 23"/>
          <p:cNvSpPr/>
          <p:nvPr/>
        </p:nvSpPr>
        <p:spPr>
          <a:xfrm>
            <a:off x="11283696" y="5248656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Shape 24"/>
          <p:cNvSpPr/>
          <p:nvPr/>
        </p:nvSpPr>
        <p:spPr>
          <a:xfrm>
            <a:off x="457200" y="576072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" y="5760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Extract sync (10s)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00400" y="576072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7"/>
          <p:cNvSpPr/>
          <p:nvPr/>
        </p:nvSpPr>
        <p:spPr>
          <a:xfrm>
            <a:off x="3429000" y="5760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Stock deduct (15s)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943600" y="576072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5760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Dashboard refresh (30s)</a:t>
            </a:r>
            <a:endParaRPr lang="en-US" sz="9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TECHNOLOGY STACK &amp; COMPONENT OVERVIEW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51560"/>
            <a:ext cx="5486400" cy="10972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0972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 Shell:  Electron 42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14173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Wraps React into a native Windows .exe with full OS access, sandbox isolation, and IPC communication.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26480" y="1051560"/>
            <a:ext cx="5486400" cy="10972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10972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Library:  React 19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63640" y="14173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Component-based rendering with hooks (useState, useEffect, useMemo, useCallback) for reactive UI updates.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286000"/>
            <a:ext cx="5486400" cy="1097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331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Tool:  Vite 8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26517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Lightning-fast HMR dev server and optimized Rolldown production bundler with code-splitting.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2286000"/>
            <a:ext cx="5486400" cy="1097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2331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Database:  IndexedDB (Custom)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63640" y="26517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sheetDB.js — custom connection pool with transaction retry, stale-connection recovery, and localStorage fallback.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3520440"/>
            <a:ext cx="5486400" cy="10972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566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Charts:  Recharts (SVG)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" y="38862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bar charts, pie charts, and area graphs for Dashboard KPIs and MIS trend analytics.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26480" y="3520440"/>
            <a:ext cx="5486400" cy="10972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3566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Engine:  SheetJS + jsPDF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63640" y="38862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.xlsx spreadsheets and PDF documents with auto-table formatting and inline SVG logos.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" y="4754880"/>
            <a:ext cx="5486400" cy="10972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4800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12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/ NLP:  Custom ChatBrain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2920" y="51206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intent classifier with regex tokenizer, keyword routing, and fuzzy database search.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126480" y="4754880"/>
            <a:ext cx="5486400" cy="10972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4800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Installer:  electron-builder + NSIS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263640" y="51206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Packages into a signed Windows x64 installer (.exe) with auto-update support and custom branding.</a:t>
            </a:r>
            <a:endParaRPr lang="en-US" sz="10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10+ HEALTH &amp; SAFETY COMPLIANCE REGISTERS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build\jinda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137160"/>
            <a:ext cx="182880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OHMS digitizes every mandatory clinical register required under the Factories Act, 1948: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5544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[OPD]  Daily OPD Tally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vitals, diagnosis, and treatment records per day.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160520" y="15544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5196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[RX]  Pharmacy Dispensing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5196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Auto-synced prescription queue with status tracking.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955280" y="15544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[STK]  Medicine Stock Register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4672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levels, batch tracking, and expiry alerts.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5760" y="265176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[QTY]  Daily Consumption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3017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31-day x 7-section x 4-shift consumption grids.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160520" y="265176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5196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[BAL]  Monthly Balance Ledger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251960" y="3017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12-month running balance with incoming/outgoing tracking.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955280" y="265176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[PME]  Annual Health Checkups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3017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PME records: vision, lung capacity, audiometry tests.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65760" y="374904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[INJ]  Injury Report Logs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incidents with department, nature, and remarks.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160520" y="374904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25196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[AMB]  Ambulance Dispatch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25196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callout logs with response timestamps.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955280" y="374904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4672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[OCC]  Occupational Disease Registry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04672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disease tracking and occupational health records.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65760" y="484632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4892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[BOX]  First Aid Box Tracker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kit audits across plant locations.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160520" y="484632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251960" y="4892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[CRT]  Health Certificate Tracker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25196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Certification expiry dates and renewal tracking.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7955280" y="484632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046720" y="4892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[WST]  Biomedical Waste Log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04672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BMW segregation tracking (Yellow/Red/Blue bags).</a:t>
            </a:r>
            <a:endParaRPr lang="en-US" sz="9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CUSTOM EXCELGRID SPREADSHEET ENGINE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4754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4389120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    A            B            C            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4389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49424"/>
            <a:ext cx="43891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88336"/>
            <a:ext cx="4389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127248"/>
            <a:ext cx="43891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566160"/>
            <a:ext cx="4389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005072"/>
            <a:ext cx="43891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443984"/>
            <a:ext cx="4389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2249424"/>
            <a:ext cx="1097280" cy="438912"/>
          </a:xfrm>
          <a:prstGeom prst="rect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 Capabilities: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1463040"/>
            <a:ext cx="6217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Arrow Key Navigation: Physical keyboard maps to cell coordinate shifts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Formula Engine: Recursive evaluation of =SUM(A1:B10), cell references, with 50-depth circular guard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DOM Virtualization: Only renders visible rows using spacer divs — handles 10,000+ rows lag-free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Undo/Redo Stacks: 30-entry deep-cloned state history with JSON stringify isolation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Cell Formatting: Bold, italic, underline, alignment, background colors, font sizing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Find &amp; Replace: Global search across all visible cells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STORAGE &amp; SECURITY: INDEXEDDB + QUOTA BYPASS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463040"/>
            <a:ext cx="1645920" cy="822960"/>
          </a:xfrm>
          <a:prstGeom prst="round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463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Component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calls localStorage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03120" y="1737360"/>
            <a:ext cx="320040" cy="32004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2514600" y="1463040"/>
            <a:ext cx="1645920" cy="8229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463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ES6 Proxy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intercepts call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2377440"/>
            <a:ext cx="320040" cy="320040"/>
          </a:xfrm>
          <a:prstGeom prst="downArrow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4251960" y="173736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2514600" y="2560320"/>
            <a:ext cx="1645920" cy="8229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25603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In-Memory Map()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 cache for UI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463040"/>
            <a:ext cx="1645920" cy="8229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463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 IPC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saveLocalData()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46520" y="173736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1463040"/>
            <a:ext cx="1645920" cy="8229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463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Main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fs.writeFileSync()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595360" y="173736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9006840" y="1463040"/>
            <a:ext cx="2011680" cy="82296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14630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C:\OHSData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on disk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Bypasses 5MB!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IndexedDB Connection Pool (sheetDB.js):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02336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 IndexedDB wrapper with singleton connection pool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Auto-detects stale connections and triggers reconnect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Stores 100,000+ clinical records without browser crashes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Automatic localStorage → IndexedDB data migration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Quota monitoring: Visual alerts at 70% and 90% capacity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Features: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402336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contextIsolation: true (no direct DOM access)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nodeIntegration: false (sandboxed renderer)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Preload bridge restricts available APIs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No remote module usage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Content Security Policy headers enforced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PROJECT OUTCOMES: MEASURABLE IMPROVEMENTS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pic>
        <p:nvPicPr>
          <p:cNvPr id="5" name="Image 1" descr="C:\Users\ashwi\Videos\movies\JSPulse Occupational Health Management System - ASHWINI KUMAR\build\jind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137160"/>
            <a:ext cx="1097280" cy="548640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9692640" cy="43891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Operational Area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Before (Paper)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After (JSPulse OHMS)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Impact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OPD Patient Logging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minutes per entry (handwritten)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 seconds (digital form + auto-ID)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87% faster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Prescription to Pharmacy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 sec manual copy + human errors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Auto-sync every 10 seconds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100% accurate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Stock Inventory Check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Physical cupboard inspection daily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 counts + expiry alerts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Zero stock errors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Monthly MIS Report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4-6 hours manual compilation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One-click auto-aggregation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98% time saved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Compliance Audit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Hours of ledger searching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Instant PDF/Excel export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Always audit-ready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Storage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Paper ledgers (fire/water risk)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IndexedDB + disk backup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Zero data loss risk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Network Dependency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Cloud apps crash on outage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100% offline operation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Zero downtime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OHMS eliminates 100% of paper transcription errors and ensures complete regulatory compliance under the Factories Act, 1948.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C:\Users\ashwi\Videos\movies\JSPulse Occupational Health Management System - ASHWINI KUMAR\build\jinda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291" y="40681"/>
            <a:ext cx="2745534" cy="137276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FUTURE SCOPE &amp; RECOMMENDATIONS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2011680"/>
            <a:ext cx="112471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2"/>
          <p:cNvSpPr/>
          <p:nvPr/>
        </p:nvSpPr>
        <p:spPr>
          <a:xfrm>
            <a:off x="457200" y="2286000"/>
            <a:ext cx="11247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USB Barcode Scanners - Interface pharmacy stock barcodes with dispense queues to prevent medicine selection errors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OCR Prescription Scanner - Camera module to extract text from printed prescription slips directly into OPD logs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Encrypted Cloud Sync - Optional encrypted background sync to upload clinical data when network becomes available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Mobile Companion App - React Native app for doctors to view patient histories on mobile during ward rounds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57200" y="5028033"/>
            <a:ext cx="112471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5213479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457200" y="5904411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Ashwini Kumar  |  Jindal Steel &amp; Power Ltd.  |  Summer 2026 Internship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2598</Words>
  <Application>Microsoft Office PowerPoint</Application>
  <PresentationFormat>Custom</PresentationFormat>
  <Paragraphs>507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Courier New</vt:lpstr>
      <vt:lpstr>Inter</vt:lpstr>
      <vt:lpstr>Outfit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Ashwini kumar</cp:lastModifiedBy>
  <cp:revision>2</cp:revision>
  <dcterms:created xsi:type="dcterms:W3CDTF">2026-07-07T14:05:38Z</dcterms:created>
  <dcterms:modified xsi:type="dcterms:W3CDTF">2026-07-07T14:28:35Z</dcterms:modified>
</cp:coreProperties>
</file>